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64" r:id="rId2"/>
    <p:sldId id="727" r:id="rId3"/>
    <p:sldId id="723" r:id="rId4"/>
    <p:sldId id="725" r:id="rId5"/>
    <p:sldId id="724" r:id="rId6"/>
    <p:sldId id="713" r:id="rId7"/>
    <p:sldId id="697" r:id="rId8"/>
    <p:sldId id="726" r:id="rId9"/>
    <p:sldId id="722" r:id="rId10"/>
    <p:sldId id="48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4CB7DC7-64BA-49B4-A34F-8C42B50485A0}">
          <p14:sldIdLst>
            <p14:sldId id="264"/>
            <p14:sldId id="727"/>
            <p14:sldId id="723"/>
            <p14:sldId id="725"/>
            <p14:sldId id="724"/>
            <p14:sldId id="713"/>
            <p14:sldId id="697"/>
            <p14:sldId id="726"/>
            <p14:sldId id="722"/>
            <p14:sldId id="48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45F5EAB-D7D6-8334-AAE7-F992A18E350F}" name="Yogesh Sharma" initials="" userId="S::ysf193@uregina.ca::b1a13ba1-1220-4868-8df6-0ea3b3d071e3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ogesh Sharma" initials="YS" lastIdx="2" clrIdx="0">
    <p:extLst>
      <p:ext uri="{19B8F6BF-5375-455C-9EA6-DF929625EA0E}">
        <p15:presenceInfo xmlns:p15="http://schemas.microsoft.com/office/powerpoint/2012/main" userId="Yogesh Sharm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FFFF"/>
    <a:srgbClr val="124734"/>
    <a:srgbClr val="0266FF"/>
    <a:srgbClr val="005937"/>
    <a:srgbClr val="FFC6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61AD6E-786A-4135-8F3A-B9F1D2C43B4B}" v="209" dt="2025-02-10T02:58:40.1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39" autoAdjust="0"/>
    <p:restoredTop sz="95033" autoAdjust="0"/>
  </p:normalViewPr>
  <p:slideViewPr>
    <p:cSldViewPr snapToGrid="0" showGuides="1">
      <p:cViewPr varScale="1">
        <p:scale>
          <a:sx n="105" d="100"/>
          <a:sy n="105" d="100"/>
        </p:scale>
        <p:origin x="972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microsoft.com/office/2018/10/relationships/authors" Target="author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ogesh Sharma" userId="b1a13ba1-1220-4868-8df6-0ea3b3d071e3" providerId="ADAL" clId="{09CC5DB8-C7F5-8A48-9EBB-AD0BAA2EBE84}"/>
    <pc:docChg chg="undo custSel modSld">
      <pc:chgData name="Yogesh Sharma" userId="b1a13ba1-1220-4868-8df6-0ea3b3d071e3" providerId="ADAL" clId="{09CC5DB8-C7F5-8A48-9EBB-AD0BAA2EBE84}" dt="2024-11-27T17:31:50.747" v="34"/>
      <pc:docMkLst>
        <pc:docMk/>
      </pc:docMkLst>
      <pc:sldChg chg="modSp mod">
        <pc:chgData name="Yogesh Sharma" userId="b1a13ba1-1220-4868-8df6-0ea3b3d071e3" providerId="ADAL" clId="{09CC5DB8-C7F5-8A48-9EBB-AD0BAA2EBE84}" dt="2024-11-27T16:17:53.541" v="4" actId="20577"/>
        <pc:sldMkLst>
          <pc:docMk/>
          <pc:sldMk cId="2389738475" sldId="264"/>
        </pc:sldMkLst>
        <pc:spChg chg="mod">
          <ac:chgData name="Yogesh Sharma" userId="b1a13ba1-1220-4868-8df6-0ea3b3d071e3" providerId="ADAL" clId="{09CC5DB8-C7F5-8A48-9EBB-AD0BAA2EBE84}" dt="2024-11-27T16:17:53.541" v="4" actId="20577"/>
          <ac:spMkLst>
            <pc:docMk/>
            <pc:sldMk cId="2389738475" sldId="264"/>
            <ac:spMk id="3" creationId="{B2D45DDC-E456-C634-CC16-D6A4E88E2DE7}"/>
          </ac:spMkLst>
        </pc:spChg>
      </pc:sldChg>
      <pc:sldChg chg="addCm">
        <pc:chgData name="Yogesh Sharma" userId="b1a13ba1-1220-4868-8df6-0ea3b3d071e3" providerId="ADAL" clId="{09CC5DB8-C7F5-8A48-9EBB-AD0BAA2EBE84}" dt="2024-11-27T17:03:30.054" v="5"/>
        <pc:sldMkLst>
          <pc:docMk/>
          <pc:sldMk cId="1225751653" sldId="287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Yogesh Sharma" userId="b1a13ba1-1220-4868-8df6-0ea3b3d071e3" providerId="ADAL" clId="{09CC5DB8-C7F5-8A48-9EBB-AD0BAA2EBE84}" dt="2024-11-27T17:03:30.054" v="5"/>
              <pc2:cmMkLst xmlns:pc2="http://schemas.microsoft.com/office/powerpoint/2019/9/main/command">
                <pc:docMk/>
                <pc:sldMk cId="1225751653" sldId="287"/>
                <pc2:cmMk id="{0533E481-C63E-E240-8DCC-3CFCC2F7954B}"/>
              </pc2:cmMkLst>
            </pc226:cmChg>
          </p:ext>
        </pc:extLst>
      </pc:sldChg>
      <pc:sldChg chg="addCm">
        <pc:chgData name="Yogesh Sharma" userId="b1a13ba1-1220-4868-8df6-0ea3b3d071e3" providerId="ADAL" clId="{09CC5DB8-C7F5-8A48-9EBB-AD0BAA2EBE84}" dt="2024-11-27T17:06:05.396" v="6"/>
        <pc:sldMkLst>
          <pc:docMk/>
          <pc:sldMk cId="2955999227" sldId="441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Yogesh Sharma" userId="b1a13ba1-1220-4868-8df6-0ea3b3d071e3" providerId="ADAL" clId="{09CC5DB8-C7F5-8A48-9EBB-AD0BAA2EBE84}" dt="2024-11-27T17:06:05.396" v="6"/>
              <pc2:cmMkLst xmlns:pc2="http://schemas.microsoft.com/office/powerpoint/2019/9/main/command">
                <pc:docMk/>
                <pc:sldMk cId="2955999227" sldId="441"/>
                <pc2:cmMk id="{3EA710B6-1603-4743-868B-CAD6C84090CB}"/>
              </pc2:cmMkLst>
            </pc226:cmChg>
          </p:ext>
        </pc:extLst>
      </pc:sldChg>
      <pc:sldChg chg="addCm">
        <pc:chgData name="Yogesh Sharma" userId="b1a13ba1-1220-4868-8df6-0ea3b3d071e3" providerId="ADAL" clId="{09CC5DB8-C7F5-8A48-9EBB-AD0BAA2EBE84}" dt="2024-11-27T17:18:33.420" v="22"/>
        <pc:sldMkLst>
          <pc:docMk/>
          <pc:sldMk cId="1658933899" sldId="476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Yogesh Sharma" userId="b1a13ba1-1220-4868-8df6-0ea3b3d071e3" providerId="ADAL" clId="{09CC5DB8-C7F5-8A48-9EBB-AD0BAA2EBE84}" dt="2024-11-27T17:16:36.819" v="20"/>
              <pc2:cmMkLst xmlns:pc2="http://schemas.microsoft.com/office/powerpoint/2019/9/main/command">
                <pc:docMk/>
                <pc:sldMk cId="1658933899" sldId="476"/>
                <pc2:cmMk id="{5ABC0B3F-62CC-6144-A301-FCE2C8991D28}"/>
              </pc2:cmMkLst>
            </pc226:cmChg>
            <pc226:cmChg xmlns:pc226="http://schemas.microsoft.com/office/powerpoint/2022/06/main/command" chg="add">
              <pc226:chgData name="Yogesh Sharma" userId="b1a13ba1-1220-4868-8df6-0ea3b3d071e3" providerId="ADAL" clId="{09CC5DB8-C7F5-8A48-9EBB-AD0BAA2EBE84}" dt="2024-11-27T17:13:24.098" v="19"/>
              <pc2:cmMkLst xmlns:pc2="http://schemas.microsoft.com/office/powerpoint/2019/9/main/command">
                <pc:docMk/>
                <pc:sldMk cId="1658933899" sldId="476"/>
                <pc2:cmMk id="{3A11B189-3337-CF47-93DA-80BDFD630858}"/>
              </pc2:cmMkLst>
            </pc226:cmChg>
            <pc226:cmChg xmlns:pc226="http://schemas.microsoft.com/office/powerpoint/2022/06/main/command" chg="add">
              <pc226:chgData name="Yogesh Sharma" userId="b1a13ba1-1220-4868-8df6-0ea3b3d071e3" providerId="ADAL" clId="{09CC5DB8-C7F5-8A48-9EBB-AD0BAA2EBE84}" dt="2024-11-27T17:12:41.941" v="18"/>
              <pc2:cmMkLst xmlns:pc2="http://schemas.microsoft.com/office/powerpoint/2019/9/main/command">
                <pc:docMk/>
                <pc:sldMk cId="1658933899" sldId="476"/>
                <pc2:cmMk id="{CE8E4E9C-5E84-3A49-B414-CC1EBAC9D7AC}"/>
              </pc2:cmMkLst>
            </pc226:cmChg>
            <pc226:cmChg xmlns:pc226="http://schemas.microsoft.com/office/powerpoint/2022/06/main/command" chg="add">
              <pc226:chgData name="Yogesh Sharma" userId="b1a13ba1-1220-4868-8df6-0ea3b3d071e3" providerId="ADAL" clId="{09CC5DB8-C7F5-8A48-9EBB-AD0BAA2EBE84}" dt="2024-11-27T17:18:33.420" v="22"/>
              <pc2:cmMkLst xmlns:pc2="http://schemas.microsoft.com/office/powerpoint/2019/9/main/command">
                <pc:docMk/>
                <pc:sldMk cId="1658933899" sldId="476"/>
                <pc2:cmMk id="{7B1A03E0-40D8-964D-AD56-09BF05EEC29C}"/>
              </pc2:cmMkLst>
            </pc226:cmChg>
          </p:ext>
        </pc:extLst>
      </pc:sldChg>
      <pc:sldChg chg="modSp mod addCm">
        <pc:chgData name="Yogesh Sharma" userId="b1a13ba1-1220-4868-8df6-0ea3b3d071e3" providerId="ADAL" clId="{09CC5DB8-C7F5-8A48-9EBB-AD0BAA2EBE84}" dt="2024-11-27T17:07:33.817" v="12"/>
        <pc:sldMkLst>
          <pc:docMk/>
          <pc:sldMk cId="1485600232" sldId="478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Yogesh Sharma" userId="b1a13ba1-1220-4868-8df6-0ea3b3d071e3" providerId="ADAL" clId="{09CC5DB8-C7F5-8A48-9EBB-AD0BAA2EBE84}" dt="2024-11-27T17:07:33.817" v="12"/>
              <pc2:cmMkLst xmlns:pc2="http://schemas.microsoft.com/office/powerpoint/2019/9/main/command">
                <pc:docMk/>
                <pc:sldMk cId="1485600232" sldId="478"/>
                <pc2:cmMk id="{31F0C152-E516-934D-98ED-D23D3B497DCC}"/>
              </pc2:cmMkLst>
            </pc226:cmChg>
          </p:ext>
        </pc:extLst>
      </pc:sldChg>
      <pc:sldChg chg="addCm">
        <pc:chgData name="Yogesh Sharma" userId="b1a13ba1-1220-4868-8df6-0ea3b3d071e3" providerId="ADAL" clId="{09CC5DB8-C7F5-8A48-9EBB-AD0BAA2EBE84}" dt="2024-11-27T17:17:27.747" v="21"/>
        <pc:sldMkLst>
          <pc:docMk/>
          <pc:sldMk cId="1158483364" sldId="487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Yogesh Sharma" userId="b1a13ba1-1220-4868-8df6-0ea3b3d071e3" providerId="ADAL" clId="{09CC5DB8-C7F5-8A48-9EBB-AD0BAA2EBE84}" dt="2024-11-27T17:17:27.747" v="21"/>
              <pc2:cmMkLst xmlns:pc2="http://schemas.microsoft.com/office/powerpoint/2019/9/main/command">
                <pc:docMk/>
                <pc:sldMk cId="1158483364" sldId="487"/>
                <pc2:cmMk id="{23B00DDC-F9ED-904C-8C45-CE6C0233095F}"/>
              </pc2:cmMkLst>
            </pc226:cmChg>
          </p:ext>
        </pc:extLst>
      </pc:sldChg>
      <pc:sldChg chg="addSp delSp modSp mod addCm modCm">
        <pc:chgData name="Yogesh Sharma" userId="b1a13ba1-1220-4868-8df6-0ea3b3d071e3" providerId="ADAL" clId="{09CC5DB8-C7F5-8A48-9EBB-AD0BAA2EBE84}" dt="2024-11-27T17:10:10.301" v="17"/>
        <pc:sldMkLst>
          <pc:docMk/>
          <pc:sldMk cId="4051496604" sldId="490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Yogesh Sharma" userId="b1a13ba1-1220-4868-8df6-0ea3b3d071e3" providerId="ADAL" clId="{09CC5DB8-C7F5-8A48-9EBB-AD0BAA2EBE84}" dt="2024-11-27T17:10:10.301" v="17"/>
              <pc2:cmMkLst xmlns:pc2="http://schemas.microsoft.com/office/powerpoint/2019/9/main/command">
                <pc:docMk/>
                <pc:sldMk cId="4051496604" sldId="490"/>
                <pc2:cmMk id="{BEF93FF5-559B-1C43-B508-03B8A62AABFA}"/>
              </pc2:cmMkLst>
            </pc226:cmChg>
          </p:ext>
        </pc:extLst>
      </pc:sldChg>
      <pc:sldChg chg="addCm">
        <pc:chgData name="Yogesh Sharma" userId="b1a13ba1-1220-4868-8df6-0ea3b3d071e3" providerId="ADAL" clId="{09CC5DB8-C7F5-8A48-9EBB-AD0BAA2EBE84}" dt="2024-11-27T17:21:01.641" v="25"/>
        <pc:sldMkLst>
          <pc:docMk/>
          <pc:sldMk cId="1862270627" sldId="676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Yogesh Sharma" userId="b1a13ba1-1220-4868-8df6-0ea3b3d071e3" providerId="ADAL" clId="{09CC5DB8-C7F5-8A48-9EBB-AD0BAA2EBE84}" dt="2024-11-27T17:20:11.372" v="23"/>
              <pc2:cmMkLst xmlns:pc2="http://schemas.microsoft.com/office/powerpoint/2019/9/main/command">
                <pc:docMk/>
                <pc:sldMk cId="1862270627" sldId="676"/>
                <pc2:cmMk id="{53F98426-0512-014B-A326-FE934F879E00}"/>
              </pc2:cmMkLst>
            </pc226:cmChg>
            <pc226:cmChg xmlns:pc226="http://schemas.microsoft.com/office/powerpoint/2022/06/main/command" chg="add">
              <pc226:chgData name="Yogesh Sharma" userId="b1a13ba1-1220-4868-8df6-0ea3b3d071e3" providerId="ADAL" clId="{09CC5DB8-C7F5-8A48-9EBB-AD0BAA2EBE84}" dt="2024-11-27T17:20:32.610" v="24"/>
              <pc2:cmMkLst xmlns:pc2="http://schemas.microsoft.com/office/powerpoint/2019/9/main/command">
                <pc:docMk/>
                <pc:sldMk cId="1862270627" sldId="676"/>
                <pc2:cmMk id="{2C31F02C-299E-4F4B-9758-3A60711D6B23}"/>
              </pc2:cmMkLst>
            </pc226:cmChg>
            <pc226:cmChg xmlns:pc226="http://schemas.microsoft.com/office/powerpoint/2022/06/main/command" chg="add">
              <pc226:chgData name="Yogesh Sharma" userId="b1a13ba1-1220-4868-8df6-0ea3b3d071e3" providerId="ADAL" clId="{09CC5DB8-C7F5-8A48-9EBB-AD0BAA2EBE84}" dt="2024-11-27T17:21:01.641" v="25"/>
              <pc2:cmMkLst xmlns:pc2="http://schemas.microsoft.com/office/powerpoint/2019/9/main/command">
                <pc:docMk/>
                <pc:sldMk cId="1862270627" sldId="676"/>
                <pc2:cmMk id="{4A651BAA-3C3F-4B46-A34B-D422AADB6C0B}"/>
              </pc2:cmMkLst>
            </pc226:cmChg>
          </p:ext>
        </pc:extLst>
      </pc:sldChg>
      <pc:sldChg chg="addCm modCm">
        <pc:chgData name="Yogesh Sharma" userId="b1a13ba1-1220-4868-8df6-0ea3b3d071e3" providerId="ADAL" clId="{09CC5DB8-C7F5-8A48-9EBB-AD0BAA2EBE84}" dt="2024-11-27T17:23:09.421" v="27"/>
        <pc:sldMkLst>
          <pc:docMk/>
          <pc:sldMk cId="3069107505" sldId="680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Yogesh Sharma" userId="b1a13ba1-1220-4868-8df6-0ea3b3d071e3" providerId="ADAL" clId="{09CC5DB8-C7F5-8A48-9EBB-AD0BAA2EBE84}" dt="2024-11-27T17:23:09.421" v="27"/>
              <pc2:cmMkLst xmlns:pc2="http://schemas.microsoft.com/office/powerpoint/2019/9/main/command">
                <pc:docMk/>
                <pc:sldMk cId="3069107505" sldId="680"/>
                <pc2:cmMk id="{0977B9D4-3BC5-8E4A-844A-2559A4DF90F0}"/>
              </pc2:cmMkLst>
              <pc226:cmRplyChg chg="add">
                <pc226:chgData name="Yogesh Sharma" userId="b1a13ba1-1220-4868-8df6-0ea3b3d071e3" providerId="ADAL" clId="{09CC5DB8-C7F5-8A48-9EBB-AD0BAA2EBE84}" dt="2024-11-27T17:23:09.421" v="27"/>
                <pc2:cmRplyMkLst xmlns:pc2="http://schemas.microsoft.com/office/powerpoint/2019/9/main/command">
                  <pc:docMk/>
                  <pc:sldMk cId="3069107505" sldId="680"/>
                  <pc2:cmMk id="{0977B9D4-3BC5-8E4A-844A-2559A4DF90F0}"/>
                  <pc2:cmRplyMk id="{E3B5B35F-14FA-1F49-86D3-6AA9312B4D11}"/>
                </pc2:cmRplyMkLst>
              </pc226:cmRplyChg>
            </pc226:cmChg>
          </p:ext>
        </pc:extLst>
      </pc:sldChg>
      <pc:sldChg chg="modSp addCm">
        <pc:chgData name="Yogesh Sharma" userId="b1a13ba1-1220-4868-8df6-0ea3b3d071e3" providerId="ADAL" clId="{09CC5DB8-C7F5-8A48-9EBB-AD0BAA2EBE84}" dt="2024-11-27T17:26:17.798" v="30"/>
        <pc:sldMkLst>
          <pc:docMk/>
          <pc:sldMk cId="3575644651" sldId="682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Yogesh Sharma" userId="b1a13ba1-1220-4868-8df6-0ea3b3d071e3" providerId="ADAL" clId="{09CC5DB8-C7F5-8A48-9EBB-AD0BAA2EBE84}" dt="2024-11-27T17:26:17.798" v="30"/>
              <pc2:cmMkLst xmlns:pc2="http://schemas.microsoft.com/office/powerpoint/2019/9/main/command">
                <pc:docMk/>
                <pc:sldMk cId="3575644651" sldId="682"/>
                <pc2:cmMk id="{6414B951-5514-D242-9DCC-EF964A6B2CD9}"/>
              </pc2:cmMkLst>
            </pc226:cmChg>
          </p:ext>
        </pc:extLst>
      </pc:sldChg>
      <pc:sldChg chg="addCm">
        <pc:chgData name="Yogesh Sharma" userId="b1a13ba1-1220-4868-8df6-0ea3b3d071e3" providerId="ADAL" clId="{09CC5DB8-C7F5-8A48-9EBB-AD0BAA2EBE84}" dt="2024-11-27T17:31:50.747" v="34"/>
        <pc:sldMkLst>
          <pc:docMk/>
          <pc:sldMk cId="4177315427" sldId="684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Yogesh Sharma" userId="b1a13ba1-1220-4868-8df6-0ea3b3d071e3" providerId="ADAL" clId="{09CC5DB8-C7F5-8A48-9EBB-AD0BAA2EBE84}" dt="2024-11-27T17:31:50.747" v="34"/>
              <pc2:cmMkLst xmlns:pc2="http://schemas.microsoft.com/office/powerpoint/2019/9/main/command">
                <pc:docMk/>
                <pc:sldMk cId="4177315427" sldId="684"/>
                <pc2:cmMk id="{DFA5F5C6-6500-6448-86E9-50060D0776C1}"/>
              </pc2:cmMkLst>
            </pc226:cmChg>
          </p:ext>
        </pc:extLst>
      </pc:sldChg>
      <pc:sldChg chg="addCm modCm">
        <pc:chgData name="Yogesh Sharma" userId="b1a13ba1-1220-4868-8df6-0ea3b3d071e3" providerId="ADAL" clId="{09CC5DB8-C7F5-8A48-9EBB-AD0BAA2EBE84}" dt="2024-11-27T17:30:37.666" v="33"/>
        <pc:sldMkLst>
          <pc:docMk/>
          <pc:sldMk cId="2442100208" sldId="685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Yogesh Sharma" userId="b1a13ba1-1220-4868-8df6-0ea3b3d071e3" providerId="ADAL" clId="{09CC5DB8-C7F5-8A48-9EBB-AD0BAA2EBE84}" dt="2024-11-27T17:25:12.168" v="28"/>
              <pc2:cmMkLst xmlns:pc2="http://schemas.microsoft.com/office/powerpoint/2019/9/main/command">
                <pc:docMk/>
                <pc:sldMk cId="2442100208" sldId="685"/>
                <pc2:cmMk id="{6900C40A-B7D3-8341-931E-6E064A63DCCA}"/>
              </pc2:cmMkLst>
            </pc226:cmChg>
            <pc226:cmChg xmlns:pc226="http://schemas.microsoft.com/office/powerpoint/2022/06/main/command" chg="add">
              <pc226:chgData name="Yogesh Sharma" userId="b1a13ba1-1220-4868-8df6-0ea3b3d071e3" providerId="ADAL" clId="{09CC5DB8-C7F5-8A48-9EBB-AD0BAA2EBE84}" dt="2024-11-27T17:30:37.666" v="33"/>
              <pc2:cmMkLst xmlns:pc2="http://schemas.microsoft.com/office/powerpoint/2019/9/main/command">
                <pc:docMk/>
                <pc:sldMk cId="2442100208" sldId="685"/>
                <pc2:cmMk id="{942F532D-1B62-2F48-9864-109251088423}"/>
              </pc2:cmMkLst>
            </pc226:cmChg>
            <pc226:cmChg xmlns:pc226="http://schemas.microsoft.com/office/powerpoint/2022/06/main/command" chg="add mod">
              <pc226:chgData name="Yogesh Sharma" userId="b1a13ba1-1220-4868-8df6-0ea3b3d071e3" providerId="ADAL" clId="{09CC5DB8-C7F5-8A48-9EBB-AD0BAA2EBE84}" dt="2024-11-27T17:29:34.643" v="32"/>
              <pc2:cmMkLst xmlns:pc2="http://schemas.microsoft.com/office/powerpoint/2019/9/main/command">
                <pc:docMk/>
                <pc:sldMk cId="2442100208" sldId="685"/>
                <pc2:cmMk id="{2513EDD8-5A55-2A4D-90B7-1E7946554E99}"/>
              </pc2:cmMkLst>
            </pc226:cmChg>
          </p:ext>
        </pc:extLst>
      </pc:sldChg>
    </pc:docChg>
  </pc:docChgLst>
  <pc:docChgLst>
    <pc:chgData name="Muhammad Shahab" userId="3858d5d1-a005-4192-b038-be79b40b3efe" providerId="ADAL" clId="{6661AD6E-786A-4135-8F3A-B9F1D2C43B4B}"/>
    <pc:docChg chg="undo redo custSel addSld delSld modSld sldOrd modSection">
      <pc:chgData name="Muhammad Shahab" userId="3858d5d1-a005-4192-b038-be79b40b3efe" providerId="ADAL" clId="{6661AD6E-786A-4135-8F3A-B9F1D2C43B4B}" dt="2025-02-10T18:26:50.337" v="1173" actId="20577"/>
      <pc:docMkLst>
        <pc:docMk/>
      </pc:docMkLst>
      <pc:sldChg chg="modNotesTx">
        <pc:chgData name="Muhammad Shahab" userId="3858d5d1-a005-4192-b038-be79b40b3efe" providerId="ADAL" clId="{6661AD6E-786A-4135-8F3A-B9F1D2C43B4B}" dt="2025-02-09T22:39:58.859" v="0"/>
        <pc:sldMkLst>
          <pc:docMk/>
          <pc:sldMk cId="2389738475" sldId="264"/>
        </pc:sldMkLst>
      </pc:sldChg>
      <pc:sldChg chg="del">
        <pc:chgData name="Muhammad Shahab" userId="3858d5d1-a005-4192-b038-be79b40b3efe" providerId="ADAL" clId="{6661AD6E-786A-4135-8F3A-B9F1D2C43B4B}" dt="2025-02-09T22:51:00.880" v="343" actId="47"/>
        <pc:sldMkLst>
          <pc:docMk/>
          <pc:sldMk cId="494398413" sldId="270"/>
        </pc:sldMkLst>
      </pc:sldChg>
      <pc:sldChg chg="addSp modSp mod">
        <pc:chgData name="Muhammad Shahab" userId="3858d5d1-a005-4192-b038-be79b40b3efe" providerId="ADAL" clId="{6661AD6E-786A-4135-8F3A-B9F1D2C43B4B}" dt="2025-02-10T00:55:29.141" v="1099" actId="1076"/>
        <pc:sldMkLst>
          <pc:docMk/>
          <pc:sldMk cId="2852217023" sldId="489"/>
        </pc:sldMkLst>
        <pc:spChg chg="mod">
          <ac:chgData name="Muhammad Shahab" userId="3858d5d1-a005-4192-b038-be79b40b3efe" providerId="ADAL" clId="{6661AD6E-786A-4135-8F3A-B9F1D2C43B4B}" dt="2025-02-10T00:55:18.990" v="1063" actId="1035"/>
          <ac:spMkLst>
            <pc:docMk/>
            <pc:sldMk cId="2852217023" sldId="489"/>
            <ac:spMk id="2" creationId="{D027CA9F-2777-9A40-818F-806CFCAC968B}"/>
          </ac:spMkLst>
        </pc:spChg>
        <pc:spChg chg="add">
          <ac:chgData name="Muhammad Shahab" userId="3858d5d1-a005-4192-b038-be79b40b3efe" providerId="ADAL" clId="{6661AD6E-786A-4135-8F3A-B9F1D2C43B4B}" dt="2025-02-10T00:54:29.103" v="1011"/>
          <ac:spMkLst>
            <pc:docMk/>
            <pc:sldMk cId="2852217023" sldId="489"/>
            <ac:spMk id="3" creationId="{5287E3C1-F8DE-8D75-8A87-C27D113CBBC1}"/>
          </ac:spMkLst>
        </pc:spChg>
        <pc:spChg chg="mod">
          <ac:chgData name="Muhammad Shahab" userId="3858d5d1-a005-4192-b038-be79b40b3efe" providerId="ADAL" clId="{6661AD6E-786A-4135-8F3A-B9F1D2C43B4B}" dt="2025-02-10T00:55:07.621" v="1019" actId="1076"/>
          <ac:spMkLst>
            <pc:docMk/>
            <pc:sldMk cId="2852217023" sldId="489"/>
            <ac:spMk id="6" creationId="{914426E6-40D3-18FA-F948-A86FB5420268}"/>
          </ac:spMkLst>
        </pc:spChg>
        <pc:picChg chg="add mod">
          <ac:chgData name="Muhammad Shahab" userId="3858d5d1-a005-4192-b038-be79b40b3efe" providerId="ADAL" clId="{6661AD6E-786A-4135-8F3A-B9F1D2C43B4B}" dt="2025-02-10T00:55:29.141" v="1099" actId="1076"/>
          <ac:picMkLst>
            <pc:docMk/>
            <pc:sldMk cId="2852217023" sldId="489"/>
            <ac:picMk id="7" creationId="{89AD8B81-CE41-E8D2-3038-9574590090CA}"/>
          </ac:picMkLst>
        </pc:picChg>
        <pc:picChg chg="mod">
          <ac:chgData name="Muhammad Shahab" userId="3858d5d1-a005-4192-b038-be79b40b3efe" providerId="ADAL" clId="{6661AD6E-786A-4135-8F3A-B9F1D2C43B4B}" dt="2025-02-10T00:55:24.332" v="1098" actId="1036"/>
          <ac:picMkLst>
            <pc:docMk/>
            <pc:sldMk cId="2852217023" sldId="489"/>
            <ac:picMk id="6152" creationId="{FD92E5EA-BAA7-FD19-60B5-04FA9BE17AE1}"/>
          </ac:picMkLst>
        </pc:picChg>
      </pc:sldChg>
      <pc:sldChg chg="addSp delSp modSp mod chgLayout modNotesTx">
        <pc:chgData name="Muhammad Shahab" userId="3858d5d1-a005-4192-b038-be79b40b3efe" providerId="ADAL" clId="{6661AD6E-786A-4135-8F3A-B9F1D2C43B4B}" dt="2025-02-09T22:48:56.689" v="327" actId="1076"/>
        <pc:sldMkLst>
          <pc:docMk/>
          <pc:sldMk cId="295129055" sldId="697"/>
        </pc:sldMkLst>
        <pc:spChg chg="add mod ord">
          <ac:chgData name="Muhammad Shahab" userId="3858d5d1-a005-4192-b038-be79b40b3efe" providerId="ADAL" clId="{6661AD6E-786A-4135-8F3A-B9F1D2C43B4B}" dt="2025-02-09T22:47:03.427" v="295" actId="14100"/>
          <ac:spMkLst>
            <pc:docMk/>
            <pc:sldMk cId="295129055" sldId="697"/>
            <ac:spMk id="2" creationId="{F6F765AC-2CA7-0220-412B-87BE48A9320D}"/>
          </ac:spMkLst>
        </pc:spChg>
        <pc:spChg chg="add del mod ord">
          <ac:chgData name="Muhammad Shahab" userId="3858d5d1-a005-4192-b038-be79b40b3efe" providerId="ADAL" clId="{6661AD6E-786A-4135-8F3A-B9F1D2C43B4B}" dt="2025-02-09T22:41:09.205" v="17" actId="478"/>
          <ac:spMkLst>
            <pc:docMk/>
            <pc:sldMk cId="295129055" sldId="697"/>
            <ac:spMk id="3" creationId="{AD6BED0C-BD2E-AF33-F84A-9A20FAFBA3CD}"/>
          </ac:spMkLst>
        </pc:spChg>
        <pc:spChg chg="mod ord">
          <ac:chgData name="Muhammad Shahab" userId="3858d5d1-a005-4192-b038-be79b40b3efe" providerId="ADAL" clId="{6661AD6E-786A-4135-8F3A-B9F1D2C43B4B}" dt="2025-02-09T22:41:28.690" v="21"/>
          <ac:spMkLst>
            <pc:docMk/>
            <pc:sldMk cId="295129055" sldId="697"/>
            <ac:spMk id="4" creationId="{E7989577-AB00-9A28-FDFE-45FE87A145B2}"/>
          </ac:spMkLst>
        </pc:spChg>
        <pc:picChg chg="add mod">
          <ac:chgData name="Muhammad Shahab" userId="3858d5d1-a005-4192-b038-be79b40b3efe" providerId="ADAL" clId="{6661AD6E-786A-4135-8F3A-B9F1D2C43B4B}" dt="2025-02-09T22:48:35.544" v="322" actId="1076"/>
          <ac:picMkLst>
            <pc:docMk/>
            <pc:sldMk cId="295129055" sldId="697"/>
            <ac:picMk id="5" creationId="{C565D81C-7C20-7789-FAEF-F306648D117A}"/>
          </ac:picMkLst>
        </pc:picChg>
        <pc:picChg chg="mod">
          <ac:chgData name="Muhammad Shahab" userId="3858d5d1-a005-4192-b038-be79b40b3efe" providerId="ADAL" clId="{6661AD6E-786A-4135-8F3A-B9F1D2C43B4B}" dt="2025-02-09T22:48:33.458" v="321" actId="1076"/>
          <ac:picMkLst>
            <pc:docMk/>
            <pc:sldMk cId="295129055" sldId="697"/>
            <ac:picMk id="6" creationId="{B608EF65-098F-180A-A658-4FC6814E9997}"/>
          </ac:picMkLst>
        </pc:picChg>
        <pc:picChg chg="mod">
          <ac:chgData name="Muhammad Shahab" userId="3858d5d1-a005-4192-b038-be79b40b3efe" providerId="ADAL" clId="{6661AD6E-786A-4135-8F3A-B9F1D2C43B4B}" dt="2025-02-09T22:48:33.458" v="321" actId="1076"/>
          <ac:picMkLst>
            <pc:docMk/>
            <pc:sldMk cId="295129055" sldId="697"/>
            <ac:picMk id="7" creationId="{EFD7A7AE-FA65-8906-CB2F-8AFF598215A7}"/>
          </ac:picMkLst>
        </pc:picChg>
        <pc:picChg chg="mod">
          <ac:chgData name="Muhammad Shahab" userId="3858d5d1-a005-4192-b038-be79b40b3efe" providerId="ADAL" clId="{6661AD6E-786A-4135-8F3A-B9F1D2C43B4B}" dt="2025-02-09T22:48:33.458" v="321" actId="1076"/>
          <ac:picMkLst>
            <pc:docMk/>
            <pc:sldMk cId="295129055" sldId="697"/>
            <ac:picMk id="8" creationId="{86CA531E-6B9F-A625-A16C-FAB78CC8F6D6}"/>
          </ac:picMkLst>
        </pc:picChg>
        <pc:picChg chg="mod">
          <ac:chgData name="Muhammad Shahab" userId="3858d5d1-a005-4192-b038-be79b40b3efe" providerId="ADAL" clId="{6661AD6E-786A-4135-8F3A-B9F1D2C43B4B}" dt="2025-02-09T22:48:33.458" v="321" actId="1076"/>
          <ac:picMkLst>
            <pc:docMk/>
            <pc:sldMk cId="295129055" sldId="697"/>
            <ac:picMk id="9" creationId="{1561A825-8E69-B9B0-79EA-BDAB7FA70CB6}"/>
          </ac:picMkLst>
        </pc:picChg>
        <pc:picChg chg="add mod">
          <ac:chgData name="Muhammad Shahab" userId="3858d5d1-a005-4192-b038-be79b40b3efe" providerId="ADAL" clId="{6661AD6E-786A-4135-8F3A-B9F1D2C43B4B}" dt="2025-02-09T22:47:05.138" v="301" actId="14100"/>
          <ac:picMkLst>
            <pc:docMk/>
            <pc:sldMk cId="295129055" sldId="697"/>
            <ac:picMk id="10" creationId="{727E2110-2D24-A35B-F823-C38B108A0685}"/>
          </ac:picMkLst>
        </pc:picChg>
        <pc:picChg chg="add mod">
          <ac:chgData name="Muhammad Shahab" userId="3858d5d1-a005-4192-b038-be79b40b3efe" providerId="ADAL" clId="{6661AD6E-786A-4135-8F3A-B9F1D2C43B4B}" dt="2025-02-09T22:48:56.689" v="327" actId="1076"/>
          <ac:picMkLst>
            <pc:docMk/>
            <pc:sldMk cId="295129055" sldId="697"/>
            <ac:picMk id="11" creationId="{E355518E-9B04-B668-5847-CCA5003E1D48}"/>
          </ac:picMkLst>
        </pc:picChg>
        <pc:picChg chg="add del mod">
          <ac:chgData name="Muhammad Shahab" userId="3858d5d1-a005-4192-b038-be79b40b3efe" providerId="ADAL" clId="{6661AD6E-786A-4135-8F3A-B9F1D2C43B4B}" dt="2025-02-09T22:48:48.297" v="326" actId="1076"/>
          <ac:picMkLst>
            <pc:docMk/>
            <pc:sldMk cId="295129055" sldId="697"/>
            <ac:picMk id="1026" creationId="{D5D253DF-019E-24E0-7565-B562AF15903F}"/>
          </ac:picMkLst>
        </pc:picChg>
      </pc:sldChg>
      <pc:sldChg chg="addSp delSp modSp mod chgLayout">
        <pc:chgData name="Muhammad Shahab" userId="3858d5d1-a005-4192-b038-be79b40b3efe" providerId="ADAL" clId="{6661AD6E-786A-4135-8F3A-B9F1D2C43B4B}" dt="2025-02-10T03:05:55.466" v="1149" actId="113"/>
        <pc:sldMkLst>
          <pc:docMk/>
          <pc:sldMk cId="1216281402" sldId="703"/>
        </pc:sldMkLst>
        <pc:spChg chg="add del mod ord">
          <ac:chgData name="Muhammad Shahab" userId="3858d5d1-a005-4192-b038-be79b40b3efe" providerId="ADAL" clId="{6661AD6E-786A-4135-8F3A-B9F1D2C43B4B}" dt="2025-02-09T22:55:10.599" v="412" actId="26606"/>
          <ac:spMkLst>
            <pc:docMk/>
            <pc:sldMk cId="1216281402" sldId="703"/>
            <ac:spMk id="2" creationId="{B28ECC0A-A547-7B3A-86C2-0BC5EE0E4EEA}"/>
          </ac:spMkLst>
        </pc:spChg>
        <pc:spChg chg="add del mod ord">
          <ac:chgData name="Muhammad Shahab" userId="3858d5d1-a005-4192-b038-be79b40b3efe" providerId="ADAL" clId="{6661AD6E-786A-4135-8F3A-B9F1D2C43B4B}" dt="2025-02-09T22:55:10.599" v="412" actId="26606"/>
          <ac:spMkLst>
            <pc:docMk/>
            <pc:sldMk cId="1216281402" sldId="703"/>
            <ac:spMk id="3" creationId="{6CACF9B6-F62D-600F-B92F-0C1AF9297D9C}"/>
          </ac:spMkLst>
        </pc:spChg>
        <pc:spChg chg="mod ord">
          <ac:chgData name="Muhammad Shahab" userId="3858d5d1-a005-4192-b038-be79b40b3efe" providerId="ADAL" clId="{6661AD6E-786A-4135-8F3A-B9F1D2C43B4B}" dt="2025-02-09T22:55:10.599" v="412" actId="26606"/>
          <ac:spMkLst>
            <pc:docMk/>
            <pc:sldMk cId="1216281402" sldId="703"/>
            <ac:spMk id="4" creationId="{E7989577-AB00-9A28-FDFE-45FE87A145B2}"/>
          </ac:spMkLst>
        </pc:spChg>
        <pc:spChg chg="add mod">
          <ac:chgData name="Muhammad Shahab" userId="3858d5d1-a005-4192-b038-be79b40b3efe" providerId="ADAL" clId="{6661AD6E-786A-4135-8F3A-B9F1D2C43B4B}" dt="2025-02-10T03:05:55.466" v="1149" actId="113"/>
          <ac:spMkLst>
            <pc:docMk/>
            <pc:sldMk cId="1216281402" sldId="703"/>
            <ac:spMk id="1031" creationId="{2B54D474-E319-CB7C-6E61-CBAF2281F047}"/>
          </ac:spMkLst>
        </pc:spChg>
        <pc:picChg chg="mod">
          <ac:chgData name="Muhammad Shahab" userId="3858d5d1-a005-4192-b038-be79b40b3efe" providerId="ADAL" clId="{6661AD6E-786A-4135-8F3A-B9F1D2C43B4B}" dt="2025-02-09T23:00:24.889" v="585" actId="1076"/>
          <ac:picMkLst>
            <pc:docMk/>
            <pc:sldMk cId="1216281402" sldId="703"/>
            <ac:picMk id="1026" creationId="{F9FC2D23-1EE3-6203-EB23-D31EA73201DD}"/>
          </ac:picMkLst>
        </pc:picChg>
      </pc:sldChg>
      <pc:sldChg chg="del ord">
        <pc:chgData name="Muhammad Shahab" userId="3858d5d1-a005-4192-b038-be79b40b3efe" providerId="ADAL" clId="{6661AD6E-786A-4135-8F3A-B9F1D2C43B4B}" dt="2025-02-09T22:54:34.996" v="406" actId="47"/>
        <pc:sldMkLst>
          <pc:docMk/>
          <pc:sldMk cId="2976011836" sldId="704"/>
        </pc:sldMkLst>
      </pc:sldChg>
      <pc:sldChg chg="del">
        <pc:chgData name="Muhammad Shahab" userId="3858d5d1-a005-4192-b038-be79b40b3efe" providerId="ADAL" clId="{6661AD6E-786A-4135-8F3A-B9F1D2C43B4B}" dt="2025-02-10T00:48:04.407" v="996" actId="47"/>
        <pc:sldMkLst>
          <pc:docMk/>
          <pc:sldMk cId="3991612747" sldId="705"/>
        </pc:sldMkLst>
      </pc:sldChg>
      <pc:sldChg chg="del">
        <pc:chgData name="Muhammad Shahab" userId="3858d5d1-a005-4192-b038-be79b40b3efe" providerId="ADAL" clId="{6661AD6E-786A-4135-8F3A-B9F1D2C43B4B}" dt="2025-02-10T00:48:01.964" v="995" actId="47"/>
        <pc:sldMkLst>
          <pc:docMk/>
          <pc:sldMk cId="3235825087" sldId="706"/>
        </pc:sldMkLst>
      </pc:sldChg>
      <pc:sldChg chg="del">
        <pc:chgData name="Muhammad Shahab" userId="3858d5d1-a005-4192-b038-be79b40b3efe" providerId="ADAL" clId="{6661AD6E-786A-4135-8F3A-B9F1D2C43B4B}" dt="2025-02-10T00:48:01.964" v="995" actId="47"/>
        <pc:sldMkLst>
          <pc:docMk/>
          <pc:sldMk cId="1584652846" sldId="707"/>
        </pc:sldMkLst>
      </pc:sldChg>
      <pc:sldChg chg="del">
        <pc:chgData name="Muhammad Shahab" userId="3858d5d1-a005-4192-b038-be79b40b3efe" providerId="ADAL" clId="{6661AD6E-786A-4135-8F3A-B9F1D2C43B4B}" dt="2025-02-10T00:48:01.964" v="995" actId="47"/>
        <pc:sldMkLst>
          <pc:docMk/>
          <pc:sldMk cId="3249489881" sldId="708"/>
        </pc:sldMkLst>
      </pc:sldChg>
      <pc:sldChg chg="del">
        <pc:chgData name="Muhammad Shahab" userId="3858d5d1-a005-4192-b038-be79b40b3efe" providerId="ADAL" clId="{6661AD6E-786A-4135-8F3A-B9F1D2C43B4B}" dt="2025-02-10T00:48:01.964" v="995" actId="47"/>
        <pc:sldMkLst>
          <pc:docMk/>
          <pc:sldMk cId="2433847013" sldId="709"/>
        </pc:sldMkLst>
      </pc:sldChg>
      <pc:sldChg chg="del">
        <pc:chgData name="Muhammad Shahab" userId="3858d5d1-a005-4192-b038-be79b40b3efe" providerId="ADAL" clId="{6661AD6E-786A-4135-8F3A-B9F1D2C43B4B}" dt="2025-02-10T00:48:09.449" v="997" actId="47"/>
        <pc:sldMkLst>
          <pc:docMk/>
          <pc:sldMk cId="2963500128" sldId="711"/>
        </pc:sldMkLst>
      </pc:sldChg>
      <pc:sldChg chg="del">
        <pc:chgData name="Muhammad Shahab" userId="3858d5d1-a005-4192-b038-be79b40b3efe" providerId="ADAL" clId="{6661AD6E-786A-4135-8F3A-B9F1D2C43B4B}" dt="2025-02-10T00:48:01.964" v="995" actId="47"/>
        <pc:sldMkLst>
          <pc:docMk/>
          <pc:sldMk cId="1652380556" sldId="712"/>
        </pc:sldMkLst>
      </pc:sldChg>
      <pc:sldChg chg="addSp delSp modSp add mod modNotesTx">
        <pc:chgData name="Muhammad Shahab" userId="3858d5d1-a005-4192-b038-be79b40b3efe" providerId="ADAL" clId="{6661AD6E-786A-4135-8F3A-B9F1D2C43B4B}" dt="2025-02-09T22:54:04.160" v="405" actId="20577"/>
        <pc:sldMkLst>
          <pc:docMk/>
          <pc:sldMk cId="1285140145" sldId="713"/>
        </pc:sldMkLst>
        <pc:spChg chg="mod">
          <ac:chgData name="Muhammad Shahab" userId="3858d5d1-a005-4192-b038-be79b40b3efe" providerId="ADAL" clId="{6661AD6E-786A-4135-8F3A-B9F1D2C43B4B}" dt="2025-02-09T22:54:04.160" v="405" actId="20577"/>
          <ac:spMkLst>
            <pc:docMk/>
            <pc:sldMk cId="1285140145" sldId="713"/>
            <ac:spMk id="2" creationId="{E1D13F5E-C18D-CCB1-DAC6-A8BC05FFC358}"/>
          </ac:spMkLst>
        </pc:spChg>
        <pc:spChg chg="mod">
          <ac:chgData name="Muhammad Shahab" userId="3858d5d1-a005-4192-b038-be79b40b3efe" providerId="ADAL" clId="{6661AD6E-786A-4135-8F3A-B9F1D2C43B4B}" dt="2025-02-09T22:50:15.935" v="333"/>
          <ac:spMkLst>
            <pc:docMk/>
            <pc:sldMk cId="1285140145" sldId="713"/>
            <ac:spMk id="4" creationId="{351B03A0-63A4-EFF3-211C-530D1ED32E52}"/>
          </ac:spMkLst>
        </pc:spChg>
        <pc:picChg chg="add mod">
          <ac:chgData name="Muhammad Shahab" userId="3858d5d1-a005-4192-b038-be79b40b3efe" providerId="ADAL" clId="{6661AD6E-786A-4135-8F3A-B9F1D2C43B4B}" dt="2025-02-09T22:52:24.617" v="362" actId="1076"/>
          <ac:picMkLst>
            <pc:docMk/>
            <pc:sldMk cId="1285140145" sldId="713"/>
            <ac:picMk id="3" creationId="{733354A8-271F-1750-5547-EC8B3870DD14}"/>
          </ac:picMkLst>
        </pc:picChg>
        <pc:picChg chg="del">
          <ac:chgData name="Muhammad Shahab" userId="3858d5d1-a005-4192-b038-be79b40b3efe" providerId="ADAL" clId="{6661AD6E-786A-4135-8F3A-B9F1D2C43B4B}" dt="2025-02-09T22:51:26.258" v="346" actId="478"/>
          <ac:picMkLst>
            <pc:docMk/>
            <pc:sldMk cId="1285140145" sldId="713"/>
            <ac:picMk id="5" creationId="{1417147B-2496-1E2A-D31F-20EC5C2E7EC4}"/>
          </ac:picMkLst>
        </pc:picChg>
        <pc:picChg chg="del">
          <ac:chgData name="Muhammad Shahab" userId="3858d5d1-a005-4192-b038-be79b40b3efe" providerId="ADAL" clId="{6661AD6E-786A-4135-8F3A-B9F1D2C43B4B}" dt="2025-02-09T22:51:32.070" v="350" actId="478"/>
          <ac:picMkLst>
            <pc:docMk/>
            <pc:sldMk cId="1285140145" sldId="713"/>
            <ac:picMk id="6" creationId="{F8E7BC8C-71F4-19EB-782F-51B506FDCE64}"/>
          </ac:picMkLst>
        </pc:picChg>
        <pc:picChg chg="del">
          <ac:chgData name="Muhammad Shahab" userId="3858d5d1-a005-4192-b038-be79b40b3efe" providerId="ADAL" clId="{6661AD6E-786A-4135-8F3A-B9F1D2C43B4B}" dt="2025-02-09T22:51:32.070" v="350" actId="478"/>
          <ac:picMkLst>
            <pc:docMk/>
            <pc:sldMk cId="1285140145" sldId="713"/>
            <ac:picMk id="7" creationId="{C2420465-3B20-2459-60D5-35AA5D2BB5AC}"/>
          </ac:picMkLst>
        </pc:picChg>
        <pc:picChg chg="del">
          <ac:chgData name="Muhammad Shahab" userId="3858d5d1-a005-4192-b038-be79b40b3efe" providerId="ADAL" clId="{6661AD6E-786A-4135-8F3A-B9F1D2C43B4B}" dt="2025-02-09T22:51:32.070" v="350" actId="478"/>
          <ac:picMkLst>
            <pc:docMk/>
            <pc:sldMk cId="1285140145" sldId="713"/>
            <ac:picMk id="8" creationId="{4A0CD658-5F05-4230-E623-3D1F49F2F939}"/>
          </ac:picMkLst>
        </pc:picChg>
        <pc:picChg chg="del">
          <ac:chgData name="Muhammad Shahab" userId="3858d5d1-a005-4192-b038-be79b40b3efe" providerId="ADAL" clId="{6661AD6E-786A-4135-8F3A-B9F1D2C43B4B}" dt="2025-02-09T22:51:32.070" v="350" actId="478"/>
          <ac:picMkLst>
            <pc:docMk/>
            <pc:sldMk cId="1285140145" sldId="713"/>
            <ac:picMk id="9" creationId="{16B063B0-A71D-5DFE-A717-947451044327}"/>
          </ac:picMkLst>
        </pc:picChg>
        <pc:picChg chg="add mod">
          <ac:chgData name="Muhammad Shahab" userId="3858d5d1-a005-4192-b038-be79b40b3efe" providerId="ADAL" clId="{6661AD6E-786A-4135-8F3A-B9F1D2C43B4B}" dt="2025-02-09T22:52:22.297" v="361" actId="1076"/>
          <ac:picMkLst>
            <pc:docMk/>
            <pc:sldMk cId="1285140145" sldId="713"/>
            <ac:picMk id="10" creationId="{D5FCDBA4-E7F6-5E1D-11D7-98B4DCC5342A}"/>
          </ac:picMkLst>
        </pc:picChg>
        <pc:picChg chg="del">
          <ac:chgData name="Muhammad Shahab" userId="3858d5d1-a005-4192-b038-be79b40b3efe" providerId="ADAL" clId="{6661AD6E-786A-4135-8F3A-B9F1D2C43B4B}" dt="2025-02-09T22:50:19.403" v="334" actId="478"/>
          <ac:picMkLst>
            <pc:docMk/>
            <pc:sldMk cId="1285140145" sldId="713"/>
            <ac:picMk id="11" creationId="{25F50AE2-461D-5D5B-0E29-0F54B3F51C3B}"/>
          </ac:picMkLst>
        </pc:picChg>
        <pc:picChg chg="add mod">
          <ac:chgData name="Muhammad Shahab" userId="3858d5d1-a005-4192-b038-be79b40b3efe" providerId="ADAL" clId="{6661AD6E-786A-4135-8F3A-B9F1D2C43B4B}" dt="2025-02-09T22:53:00.465" v="370" actId="1076"/>
          <ac:picMkLst>
            <pc:docMk/>
            <pc:sldMk cId="1285140145" sldId="713"/>
            <ac:picMk id="12" creationId="{24583051-DC88-BFBF-3DD1-33ECE78E2C45}"/>
          </ac:picMkLst>
        </pc:picChg>
        <pc:picChg chg="add mod">
          <ac:chgData name="Muhammad Shahab" userId="3858d5d1-a005-4192-b038-be79b40b3efe" providerId="ADAL" clId="{6661AD6E-786A-4135-8F3A-B9F1D2C43B4B}" dt="2025-02-09T22:53:16.945" v="373" actId="1076"/>
          <ac:picMkLst>
            <pc:docMk/>
            <pc:sldMk cId="1285140145" sldId="713"/>
            <ac:picMk id="13" creationId="{49AA7872-798A-BC40-CA52-112288FE50FA}"/>
          </ac:picMkLst>
        </pc:picChg>
        <pc:picChg chg="del">
          <ac:chgData name="Muhammad Shahab" userId="3858d5d1-a005-4192-b038-be79b40b3efe" providerId="ADAL" clId="{6661AD6E-786A-4135-8F3A-B9F1D2C43B4B}" dt="2025-02-09T22:51:32.814" v="351" actId="478"/>
          <ac:picMkLst>
            <pc:docMk/>
            <pc:sldMk cId="1285140145" sldId="713"/>
            <ac:picMk id="1026" creationId="{053326AC-CC4B-AE71-012D-D7DE44C345E7}"/>
          </ac:picMkLst>
        </pc:picChg>
      </pc:sldChg>
      <pc:sldChg chg="addSp delSp modSp add mod">
        <pc:chgData name="Muhammad Shahab" userId="3858d5d1-a005-4192-b038-be79b40b3efe" providerId="ADAL" clId="{6661AD6E-786A-4135-8F3A-B9F1D2C43B4B}" dt="2025-02-09T23:00:56.577" v="591" actId="1076"/>
        <pc:sldMkLst>
          <pc:docMk/>
          <pc:sldMk cId="1674473483" sldId="714"/>
        </pc:sldMkLst>
        <pc:spChg chg="add del mod">
          <ac:chgData name="Muhammad Shahab" userId="3858d5d1-a005-4192-b038-be79b40b3efe" providerId="ADAL" clId="{6661AD6E-786A-4135-8F3A-B9F1D2C43B4B}" dt="2025-02-09T23:00:31.637" v="589" actId="478"/>
          <ac:spMkLst>
            <pc:docMk/>
            <pc:sldMk cId="1674473483" sldId="714"/>
            <ac:spMk id="3" creationId="{14C41F51-417A-1F3A-455F-D6F6E23AAF76}"/>
          </ac:spMkLst>
        </pc:spChg>
        <pc:spChg chg="del">
          <ac:chgData name="Muhammad Shahab" userId="3858d5d1-a005-4192-b038-be79b40b3efe" providerId="ADAL" clId="{6661AD6E-786A-4135-8F3A-B9F1D2C43B4B}" dt="2025-02-09T23:00:29.471" v="587" actId="478"/>
          <ac:spMkLst>
            <pc:docMk/>
            <pc:sldMk cId="1674473483" sldId="714"/>
            <ac:spMk id="1031" creationId="{F14586C2-2793-E81F-54D2-7DEFBEF62DCC}"/>
          </ac:spMkLst>
        </pc:spChg>
        <pc:picChg chg="del">
          <ac:chgData name="Muhammad Shahab" userId="3858d5d1-a005-4192-b038-be79b40b3efe" providerId="ADAL" clId="{6661AD6E-786A-4135-8F3A-B9F1D2C43B4B}" dt="2025-02-09T23:00:30.284" v="588" actId="478"/>
          <ac:picMkLst>
            <pc:docMk/>
            <pc:sldMk cId="1674473483" sldId="714"/>
            <ac:picMk id="1026" creationId="{B67608D2-62C5-FDB4-2A06-9D4516418F7A}"/>
          </ac:picMkLst>
        </pc:picChg>
        <pc:picChg chg="add mod">
          <ac:chgData name="Muhammad Shahab" userId="3858d5d1-a005-4192-b038-be79b40b3efe" providerId="ADAL" clId="{6661AD6E-786A-4135-8F3A-B9F1D2C43B4B}" dt="2025-02-09T23:00:56.577" v="591" actId="1076"/>
          <ac:picMkLst>
            <pc:docMk/>
            <pc:sldMk cId="1674473483" sldId="714"/>
            <ac:picMk id="2050" creationId="{1A523E70-8569-036D-53A4-7E38BD7E428A}"/>
          </ac:picMkLst>
        </pc:picChg>
      </pc:sldChg>
      <pc:sldChg chg="addSp delSp modSp add mod ord modNotesTx">
        <pc:chgData name="Muhammad Shahab" userId="3858d5d1-a005-4192-b038-be79b40b3efe" providerId="ADAL" clId="{6661AD6E-786A-4135-8F3A-B9F1D2C43B4B}" dt="2025-02-10T03:01:14.594" v="1125" actId="1036"/>
        <pc:sldMkLst>
          <pc:docMk/>
          <pc:sldMk cId="857767288" sldId="715"/>
        </pc:sldMkLst>
        <pc:spChg chg="mod">
          <ac:chgData name="Muhammad Shahab" userId="3858d5d1-a005-4192-b038-be79b40b3efe" providerId="ADAL" clId="{6661AD6E-786A-4135-8F3A-B9F1D2C43B4B}" dt="2025-02-09T23:01:20.909" v="597"/>
          <ac:spMkLst>
            <pc:docMk/>
            <pc:sldMk cId="857767288" sldId="715"/>
            <ac:spMk id="4" creationId="{0E4A0027-5418-6D2B-A1A4-ADE8919CDAE8}"/>
          </ac:spMkLst>
        </pc:spChg>
        <pc:spChg chg="add mod">
          <ac:chgData name="Muhammad Shahab" userId="3858d5d1-a005-4192-b038-be79b40b3efe" providerId="ADAL" clId="{6661AD6E-786A-4135-8F3A-B9F1D2C43B4B}" dt="2025-02-10T00:51:51.149" v="1001" actId="1582"/>
          <ac:spMkLst>
            <pc:docMk/>
            <pc:sldMk cId="857767288" sldId="715"/>
            <ac:spMk id="5" creationId="{7A012883-8CD9-6F3C-A96A-7502E4CA6402}"/>
          </ac:spMkLst>
        </pc:spChg>
        <pc:spChg chg="add mod">
          <ac:chgData name="Muhammad Shahab" userId="3858d5d1-a005-4192-b038-be79b40b3efe" providerId="ADAL" clId="{6661AD6E-786A-4135-8F3A-B9F1D2C43B4B}" dt="2025-02-10T03:01:14.594" v="1125" actId="1036"/>
          <ac:spMkLst>
            <pc:docMk/>
            <pc:sldMk cId="857767288" sldId="715"/>
            <ac:spMk id="6" creationId="{E03B6505-851A-170A-6FBA-BFEFA3C994E8}"/>
          </ac:spMkLst>
        </pc:spChg>
        <pc:spChg chg="add mod">
          <ac:chgData name="Muhammad Shahab" userId="3858d5d1-a005-4192-b038-be79b40b3efe" providerId="ADAL" clId="{6661AD6E-786A-4135-8F3A-B9F1D2C43B4B}" dt="2025-02-10T00:52:06.593" v="1003" actId="1582"/>
          <ac:spMkLst>
            <pc:docMk/>
            <pc:sldMk cId="857767288" sldId="715"/>
            <ac:spMk id="7" creationId="{C1B1B8A1-C159-3559-F17C-28F843A06049}"/>
          </ac:spMkLst>
        </pc:spChg>
        <pc:spChg chg="add mod">
          <ac:chgData name="Muhammad Shahab" userId="3858d5d1-a005-4192-b038-be79b40b3efe" providerId="ADAL" clId="{6661AD6E-786A-4135-8F3A-B9F1D2C43B4B}" dt="2025-02-10T00:51:43.912" v="1000" actId="1582"/>
          <ac:spMkLst>
            <pc:docMk/>
            <pc:sldMk cId="857767288" sldId="715"/>
            <ac:spMk id="8" creationId="{ECD94C22-72D5-820D-E2DD-A9AA55F98218}"/>
          </ac:spMkLst>
        </pc:spChg>
        <pc:spChg chg="mod">
          <ac:chgData name="Muhammad Shahab" userId="3858d5d1-a005-4192-b038-be79b40b3efe" providerId="ADAL" clId="{6661AD6E-786A-4135-8F3A-B9F1D2C43B4B}" dt="2025-02-09T23:02:43.516" v="634" actId="403"/>
          <ac:spMkLst>
            <pc:docMk/>
            <pc:sldMk cId="857767288" sldId="715"/>
            <ac:spMk id="1031" creationId="{98596072-26A0-7AB1-9DC2-15191AB44F5A}"/>
          </ac:spMkLst>
        </pc:spChg>
        <pc:picChg chg="add mod">
          <ac:chgData name="Muhammad Shahab" userId="3858d5d1-a005-4192-b038-be79b40b3efe" providerId="ADAL" clId="{6661AD6E-786A-4135-8F3A-B9F1D2C43B4B}" dt="2025-02-09T23:06:44.605" v="660" actId="1076"/>
          <ac:picMkLst>
            <pc:docMk/>
            <pc:sldMk cId="857767288" sldId="715"/>
            <ac:picMk id="3" creationId="{70D02EE1-851C-0D88-75E4-3B49823EF200}"/>
          </ac:picMkLst>
        </pc:picChg>
        <pc:picChg chg="del">
          <ac:chgData name="Muhammad Shahab" userId="3858d5d1-a005-4192-b038-be79b40b3efe" providerId="ADAL" clId="{6661AD6E-786A-4135-8F3A-B9F1D2C43B4B}" dt="2025-02-09T23:02:46.509" v="635" actId="478"/>
          <ac:picMkLst>
            <pc:docMk/>
            <pc:sldMk cId="857767288" sldId="715"/>
            <ac:picMk id="1026" creationId="{846A1D8A-6930-005F-064B-F1AE877D803A}"/>
          </ac:picMkLst>
        </pc:picChg>
      </pc:sldChg>
      <pc:sldChg chg="addSp delSp modSp add mod modNotesTx">
        <pc:chgData name="Muhammad Shahab" userId="3858d5d1-a005-4192-b038-be79b40b3efe" providerId="ADAL" clId="{6661AD6E-786A-4135-8F3A-B9F1D2C43B4B}" dt="2025-02-10T03:08:45.303" v="1155" actId="108"/>
        <pc:sldMkLst>
          <pc:docMk/>
          <pc:sldMk cId="2545707662" sldId="716"/>
        </pc:sldMkLst>
        <pc:spChg chg="mod">
          <ac:chgData name="Muhammad Shahab" userId="3858d5d1-a005-4192-b038-be79b40b3efe" providerId="ADAL" clId="{6661AD6E-786A-4135-8F3A-B9F1D2C43B4B}" dt="2025-02-09T23:07:38.440" v="666"/>
          <ac:spMkLst>
            <pc:docMk/>
            <pc:sldMk cId="2545707662" sldId="716"/>
            <ac:spMk id="4" creationId="{D2844A4A-E8F3-B214-7FA6-105053AB972A}"/>
          </ac:spMkLst>
        </pc:spChg>
        <pc:spChg chg="del">
          <ac:chgData name="Muhammad Shahab" userId="3858d5d1-a005-4192-b038-be79b40b3efe" providerId="ADAL" clId="{6661AD6E-786A-4135-8F3A-B9F1D2C43B4B}" dt="2025-02-09T23:09:29.065" v="702" actId="478"/>
          <ac:spMkLst>
            <pc:docMk/>
            <pc:sldMk cId="2545707662" sldId="716"/>
            <ac:spMk id="5" creationId="{3AF1EABB-AE62-9DB7-F0B1-7D36149CE7AA}"/>
          </ac:spMkLst>
        </pc:spChg>
        <pc:spChg chg="del">
          <ac:chgData name="Muhammad Shahab" userId="3858d5d1-a005-4192-b038-be79b40b3efe" providerId="ADAL" clId="{6661AD6E-786A-4135-8F3A-B9F1D2C43B4B}" dt="2025-02-09T23:09:29.775" v="703" actId="478"/>
          <ac:spMkLst>
            <pc:docMk/>
            <pc:sldMk cId="2545707662" sldId="716"/>
            <ac:spMk id="6" creationId="{7785CECB-114D-1DBE-4174-D49FCAF62627}"/>
          </ac:spMkLst>
        </pc:spChg>
        <pc:spChg chg="del">
          <ac:chgData name="Muhammad Shahab" userId="3858d5d1-a005-4192-b038-be79b40b3efe" providerId="ADAL" clId="{6661AD6E-786A-4135-8F3A-B9F1D2C43B4B}" dt="2025-02-09T23:09:30.640" v="704" actId="478"/>
          <ac:spMkLst>
            <pc:docMk/>
            <pc:sldMk cId="2545707662" sldId="716"/>
            <ac:spMk id="7" creationId="{B16141D4-4E26-314F-E21C-DFAC7D8F7925}"/>
          </ac:spMkLst>
        </pc:spChg>
        <pc:spChg chg="del">
          <ac:chgData name="Muhammad Shahab" userId="3858d5d1-a005-4192-b038-be79b40b3efe" providerId="ADAL" clId="{6661AD6E-786A-4135-8F3A-B9F1D2C43B4B}" dt="2025-02-09T23:09:28.372" v="701" actId="478"/>
          <ac:spMkLst>
            <pc:docMk/>
            <pc:sldMk cId="2545707662" sldId="716"/>
            <ac:spMk id="8" creationId="{F6FF04EA-D47E-8361-826B-EAB760333187}"/>
          </ac:spMkLst>
        </pc:spChg>
        <pc:spChg chg="mod">
          <ac:chgData name="Muhammad Shahab" userId="3858d5d1-a005-4192-b038-be79b40b3efe" providerId="ADAL" clId="{6661AD6E-786A-4135-8F3A-B9F1D2C43B4B}" dt="2025-02-10T03:08:45.303" v="1155" actId="108"/>
          <ac:spMkLst>
            <pc:docMk/>
            <pc:sldMk cId="2545707662" sldId="716"/>
            <ac:spMk id="1031" creationId="{CA4D0628-DBAA-F84D-4ABF-F051C0639C1D}"/>
          </ac:spMkLst>
        </pc:spChg>
        <pc:picChg chg="del">
          <ac:chgData name="Muhammad Shahab" userId="3858d5d1-a005-4192-b038-be79b40b3efe" providerId="ADAL" clId="{6661AD6E-786A-4135-8F3A-B9F1D2C43B4B}" dt="2025-02-09T23:09:26.159" v="700" actId="478"/>
          <ac:picMkLst>
            <pc:docMk/>
            <pc:sldMk cId="2545707662" sldId="716"/>
            <ac:picMk id="3" creationId="{2431090C-FF0F-BF35-7C15-D79B9C84D309}"/>
          </ac:picMkLst>
        </pc:picChg>
        <pc:picChg chg="add mod">
          <ac:chgData name="Muhammad Shahab" userId="3858d5d1-a005-4192-b038-be79b40b3efe" providerId="ADAL" clId="{6661AD6E-786A-4135-8F3A-B9F1D2C43B4B}" dt="2025-02-09T23:11:26.209" v="800" actId="1076"/>
          <ac:picMkLst>
            <pc:docMk/>
            <pc:sldMk cId="2545707662" sldId="716"/>
            <ac:picMk id="3074" creationId="{7AB5148F-4D6F-644B-AE36-F9440F4C406D}"/>
          </ac:picMkLst>
        </pc:picChg>
      </pc:sldChg>
      <pc:sldChg chg="addSp delSp modSp add mod modNotesTx">
        <pc:chgData name="Muhammad Shahab" userId="3858d5d1-a005-4192-b038-be79b40b3efe" providerId="ADAL" clId="{6661AD6E-786A-4135-8F3A-B9F1D2C43B4B}" dt="2025-02-10T00:52:31.663" v="1004"/>
        <pc:sldMkLst>
          <pc:docMk/>
          <pc:sldMk cId="3227072806" sldId="717"/>
        </pc:sldMkLst>
        <pc:spChg chg="mod">
          <ac:chgData name="Muhammad Shahab" userId="3858d5d1-a005-4192-b038-be79b40b3efe" providerId="ADAL" clId="{6661AD6E-786A-4135-8F3A-B9F1D2C43B4B}" dt="2025-02-09T23:12:13.014" v="805"/>
          <ac:spMkLst>
            <pc:docMk/>
            <pc:sldMk cId="3227072806" sldId="717"/>
            <ac:spMk id="4" creationId="{4B89D1D4-83FA-6829-DF4C-602A145688C3}"/>
          </ac:spMkLst>
        </pc:spChg>
        <pc:spChg chg="mod">
          <ac:chgData name="Muhammad Shahab" userId="3858d5d1-a005-4192-b038-be79b40b3efe" providerId="ADAL" clId="{6661AD6E-786A-4135-8F3A-B9F1D2C43B4B}" dt="2025-02-09T23:14:03.946" v="847" actId="14100"/>
          <ac:spMkLst>
            <pc:docMk/>
            <pc:sldMk cId="3227072806" sldId="717"/>
            <ac:spMk id="1031" creationId="{3C4762B4-0B18-D3CF-F664-33565F78967C}"/>
          </ac:spMkLst>
        </pc:spChg>
        <pc:picChg chg="add mod">
          <ac:chgData name="Muhammad Shahab" userId="3858d5d1-a005-4192-b038-be79b40b3efe" providerId="ADAL" clId="{6661AD6E-786A-4135-8F3A-B9F1D2C43B4B}" dt="2025-02-09T23:13:58.105" v="846" actId="1076"/>
          <ac:picMkLst>
            <pc:docMk/>
            <pc:sldMk cId="3227072806" sldId="717"/>
            <ac:picMk id="2" creationId="{4BA14CFB-914E-4754-CF00-AB0F60ED058A}"/>
          </ac:picMkLst>
        </pc:picChg>
        <pc:picChg chg="add mod">
          <ac:chgData name="Muhammad Shahab" userId="3858d5d1-a005-4192-b038-be79b40b3efe" providerId="ADAL" clId="{6661AD6E-786A-4135-8F3A-B9F1D2C43B4B}" dt="2025-02-09T23:13:55.081" v="845" actId="1076"/>
          <ac:picMkLst>
            <pc:docMk/>
            <pc:sldMk cId="3227072806" sldId="717"/>
            <ac:picMk id="3" creationId="{65CB5CA7-1067-73B1-C30F-901EE10E477B}"/>
          </ac:picMkLst>
        </pc:picChg>
        <pc:picChg chg="del">
          <ac:chgData name="Muhammad Shahab" userId="3858d5d1-a005-4192-b038-be79b40b3efe" providerId="ADAL" clId="{6661AD6E-786A-4135-8F3A-B9F1D2C43B4B}" dt="2025-02-09T23:12:23.787" v="809" actId="478"/>
          <ac:picMkLst>
            <pc:docMk/>
            <pc:sldMk cId="3227072806" sldId="717"/>
            <ac:picMk id="3074" creationId="{D32FC715-A7DC-2A9B-B1C4-8995A736ABD1}"/>
          </ac:picMkLst>
        </pc:picChg>
      </pc:sldChg>
      <pc:sldChg chg="addSp delSp modSp add mod modNotesTx">
        <pc:chgData name="Muhammad Shahab" userId="3858d5d1-a005-4192-b038-be79b40b3efe" providerId="ADAL" clId="{6661AD6E-786A-4135-8F3A-B9F1D2C43B4B}" dt="2025-02-10T18:26:50.337" v="1173" actId="20577"/>
        <pc:sldMkLst>
          <pc:docMk/>
          <pc:sldMk cId="851545214" sldId="718"/>
        </pc:sldMkLst>
        <pc:spChg chg="mod">
          <ac:chgData name="Muhammad Shahab" userId="3858d5d1-a005-4192-b038-be79b40b3efe" providerId="ADAL" clId="{6661AD6E-786A-4135-8F3A-B9F1D2C43B4B}" dt="2025-02-09T23:14:32.295" v="851"/>
          <ac:spMkLst>
            <pc:docMk/>
            <pc:sldMk cId="851545214" sldId="718"/>
            <ac:spMk id="4" creationId="{45D14AB7-6FC4-8560-7B70-ECBE5C8415D2}"/>
          </ac:spMkLst>
        </pc:spChg>
        <pc:spChg chg="mod">
          <ac:chgData name="Muhammad Shahab" userId="3858d5d1-a005-4192-b038-be79b40b3efe" providerId="ADAL" clId="{6661AD6E-786A-4135-8F3A-B9F1D2C43B4B}" dt="2025-02-10T18:26:50.337" v="1173" actId="20577"/>
          <ac:spMkLst>
            <pc:docMk/>
            <pc:sldMk cId="851545214" sldId="718"/>
            <ac:spMk id="1031" creationId="{9459ED31-27F7-ED93-FCBE-53553DB333E7}"/>
          </ac:spMkLst>
        </pc:spChg>
        <pc:picChg chg="del">
          <ac:chgData name="Muhammad Shahab" userId="3858d5d1-a005-4192-b038-be79b40b3efe" providerId="ADAL" clId="{6661AD6E-786A-4135-8F3A-B9F1D2C43B4B}" dt="2025-02-09T23:15:43.628" v="891" actId="478"/>
          <ac:picMkLst>
            <pc:docMk/>
            <pc:sldMk cId="851545214" sldId="718"/>
            <ac:picMk id="2" creationId="{52DC4C84-DF1E-8785-66F3-856B8945024B}"/>
          </ac:picMkLst>
        </pc:picChg>
        <pc:picChg chg="del">
          <ac:chgData name="Muhammad Shahab" userId="3858d5d1-a005-4192-b038-be79b40b3efe" providerId="ADAL" clId="{6661AD6E-786A-4135-8F3A-B9F1D2C43B4B}" dt="2025-02-09T23:15:43.035" v="890" actId="478"/>
          <ac:picMkLst>
            <pc:docMk/>
            <pc:sldMk cId="851545214" sldId="718"/>
            <ac:picMk id="3" creationId="{087482B1-B915-E2C0-CE24-233BB1304F85}"/>
          </ac:picMkLst>
        </pc:picChg>
        <pc:picChg chg="add mod">
          <ac:chgData name="Muhammad Shahab" userId="3858d5d1-a005-4192-b038-be79b40b3efe" providerId="ADAL" clId="{6661AD6E-786A-4135-8F3A-B9F1D2C43B4B}" dt="2025-02-09T23:23:55.129" v="931" actId="1076"/>
          <ac:picMkLst>
            <pc:docMk/>
            <pc:sldMk cId="851545214" sldId="718"/>
            <ac:picMk id="4098" creationId="{FAB00A76-C3C6-A0A1-DA25-2765BE0CE019}"/>
          </ac:picMkLst>
        </pc:picChg>
        <pc:picChg chg="add mod">
          <ac:chgData name="Muhammad Shahab" userId="3858d5d1-a005-4192-b038-be79b40b3efe" providerId="ADAL" clId="{6661AD6E-786A-4135-8F3A-B9F1D2C43B4B}" dt="2025-02-09T23:22:06.360" v="898" actId="1076"/>
          <ac:picMkLst>
            <pc:docMk/>
            <pc:sldMk cId="851545214" sldId="718"/>
            <ac:picMk id="4100" creationId="{D7AD4987-D771-E050-18BD-880425690609}"/>
          </ac:picMkLst>
        </pc:picChg>
        <pc:picChg chg="add mod">
          <ac:chgData name="Muhammad Shahab" userId="3858d5d1-a005-4192-b038-be79b40b3efe" providerId="ADAL" clId="{6661AD6E-786A-4135-8F3A-B9F1D2C43B4B}" dt="2025-02-09T23:23:56.433" v="932" actId="1076"/>
          <ac:picMkLst>
            <pc:docMk/>
            <pc:sldMk cId="851545214" sldId="718"/>
            <ac:picMk id="4102" creationId="{8FC5AA86-C954-6603-3BE2-06D2ED9C4F8C}"/>
          </ac:picMkLst>
        </pc:picChg>
        <pc:picChg chg="add mod">
          <ac:chgData name="Muhammad Shahab" userId="3858d5d1-a005-4192-b038-be79b40b3efe" providerId="ADAL" clId="{6661AD6E-786A-4135-8F3A-B9F1D2C43B4B}" dt="2025-02-09T23:23:50.193" v="929" actId="1076"/>
          <ac:picMkLst>
            <pc:docMk/>
            <pc:sldMk cId="851545214" sldId="718"/>
            <ac:picMk id="4104" creationId="{A1101D32-DE9B-3133-C44D-9EE82151A4B7}"/>
          </ac:picMkLst>
        </pc:picChg>
        <pc:picChg chg="add mod">
          <ac:chgData name="Muhammad Shahab" userId="3858d5d1-a005-4192-b038-be79b40b3efe" providerId="ADAL" clId="{6661AD6E-786A-4135-8F3A-B9F1D2C43B4B}" dt="2025-02-09T23:24:36.521" v="939" actId="1076"/>
          <ac:picMkLst>
            <pc:docMk/>
            <pc:sldMk cId="851545214" sldId="718"/>
            <ac:picMk id="4106" creationId="{EB8FA191-1880-EED1-7F3A-ACD5E1F39075}"/>
          </ac:picMkLst>
        </pc:picChg>
      </pc:sldChg>
      <pc:sldChg chg="addSp delSp modSp add mod">
        <pc:chgData name="Muhammad Shahab" userId="3858d5d1-a005-4192-b038-be79b40b3efe" providerId="ADAL" clId="{6661AD6E-786A-4135-8F3A-B9F1D2C43B4B}" dt="2025-02-10T02:58:51.621" v="1123" actId="1076"/>
        <pc:sldMkLst>
          <pc:docMk/>
          <pc:sldMk cId="1247478990" sldId="719"/>
        </pc:sldMkLst>
        <pc:spChg chg="add del mod">
          <ac:chgData name="Muhammad Shahab" userId="3858d5d1-a005-4192-b038-be79b40b3efe" providerId="ADAL" clId="{6661AD6E-786A-4135-8F3A-B9F1D2C43B4B}" dt="2025-02-10T00:44:19.109" v="951" actId="478"/>
          <ac:spMkLst>
            <pc:docMk/>
            <pc:sldMk cId="1247478990" sldId="719"/>
            <ac:spMk id="3" creationId="{2AE114A2-147C-50C1-DEE7-FAC4E2A2DBF4}"/>
          </ac:spMkLst>
        </pc:spChg>
        <pc:spChg chg="mod">
          <ac:chgData name="Muhammad Shahab" userId="3858d5d1-a005-4192-b038-be79b40b3efe" providerId="ADAL" clId="{6661AD6E-786A-4135-8F3A-B9F1D2C43B4B}" dt="2025-02-10T00:14:36.782" v="945"/>
          <ac:spMkLst>
            <pc:docMk/>
            <pc:sldMk cId="1247478990" sldId="719"/>
            <ac:spMk id="4" creationId="{C79DD622-C8FA-F631-D22D-1CC2BF32CC04}"/>
          </ac:spMkLst>
        </pc:spChg>
        <pc:spChg chg="del">
          <ac:chgData name="Muhammad Shahab" userId="3858d5d1-a005-4192-b038-be79b40b3efe" providerId="ADAL" clId="{6661AD6E-786A-4135-8F3A-B9F1D2C43B4B}" dt="2025-02-10T00:44:16.414" v="950" actId="478"/>
          <ac:spMkLst>
            <pc:docMk/>
            <pc:sldMk cId="1247478990" sldId="719"/>
            <ac:spMk id="1031" creationId="{1BD7806D-E0BB-8A68-AF84-EE4B60213602}"/>
          </ac:spMkLst>
        </pc:spChg>
        <pc:graphicFrameChg chg="add mod">
          <ac:chgData name="Muhammad Shahab" userId="3858d5d1-a005-4192-b038-be79b40b3efe" providerId="ADAL" clId="{6661AD6E-786A-4135-8F3A-B9F1D2C43B4B}" dt="2025-02-10T02:52:10.511" v="1101"/>
          <ac:graphicFrameMkLst>
            <pc:docMk/>
            <pc:sldMk cId="1247478990" sldId="719"/>
            <ac:graphicFrameMk id="5" creationId="{44BD8AC3-1FF3-54B4-A5A7-B5E4885C9DBE}"/>
          </ac:graphicFrameMkLst>
        </pc:graphicFrameChg>
        <pc:picChg chg="add mod">
          <ac:chgData name="Muhammad Shahab" userId="3858d5d1-a005-4192-b038-be79b40b3efe" providerId="ADAL" clId="{6661AD6E-786A-4135-8F3A-B9F1D2C43B4B}" dt="2025-02-10T02:58:51.621" v="1123" actId="1076"/>
          <ac:picMkLst>
            <pc:docMk/>
            <pc:sldMk cId="1247478990" sldId="719"/>
            <ac:picMk id="3" creationId="{D92696BA-6EE2-8415-1830-46C668E8F3E0}"/>
          </ac:picMkLst>
        </pc:picChg>
        <pc:picChg chg="add del mod">
          <ac:chgData name="Muhammad Shahab" userId="3858d5d1-a005-4192-b038-be79b40b3efe" providerId="ADAL" clId="{6661AD6E-786A-4135-8F3A-B9F1D2C43B4B}" dt="2025-02-10T02:58:36.496" v="1115" actId="478"/>
          <ac:picMkLst>
            <pc:docMk/>
            <pc:sldMk cId="1247478990" sldId="719"/>
            <ac:picMk id="7" creationId="{5481E6E6-CC49-8673-1433-CFC37B92940E}"/>
          </ac:picMkLst>
        </pc:picChg>
        <pc:picChg chg="del">
          <ac:chgData name="Muhammad Shahab" userId="3858d5d1-a005-4192-b038-be79b40b3efe" providerId="ADAL" clId="{6661AD6E-786A-4135-8F3A-B9F1D2C43B4B}" dt="2025-02-10T00:14:39.829" v="948" actId="478"/>
          <ac:picMkLst>
            <pc:docMk/>
            <pc:sldMk cId="1247478990" sldId="719"/>
            <ac:picMk id="4098" creationId="{916BD4B7-C196-9D56-DD2B-0C2DD097BA58}"/>
          </ac:picMkLst>
        </pc:picChg>
        <pc:picChg chg="del">
          <ac:chgData name="Muhammad Shahab" userId="3858d5d1-a005-4192-b038-be79b40b3efe" providerId="ADAL" clId="{6661AD6E-786A-4135-8F3A-B9F1D2C43B4B}" dt="2025-02-10T00:14:38.792" v="946" actId="478"/>
          <ac:picMkLst>
            <pc:docMk/>
            <pc:sldMk cId="1247478990" sldId="719"/>
            <ac:picMk id="4102" creationId="{E2825B97-7215-DB47-6D4A-1442CD62D819}"/>
          </ac:picMkLst>
        </pc:picChg>
        <pc:picChg chg="del">
          <ac:chgData name="Muhammad Shahab" userId="3858d5d1-a005-4192-b038-be79b40b3efe" providerId="ADAL" clId="{6661AD6E-786A-4135-8F3A-B9F1D2C43B4B}" dt="2025-02-10T00:14:40.205" v="949" actId="478"/>
          <ac:picMkLst>
            <pc:docMk/>
            <pc:sldMk cId="1247478990" sldId="719"/>
            <ac:picMk id="4104" creationId="{092FA491-DBB7-DC13-2831-C30F385319E0}"/>
          </ac:picMkLst>
        </pc:picChg>
        <pc:picChg chg="del">
          <ac:chgData name="Muhammad Shahab" userId="3858d5d1-a005-4192-b038-be79b40b3efe" providerId="ADAL" clId="{6661AD6E-786A-4135-8F3A-B9F1D2C43B4B}" dt="2025-02-10T00:14:39.379" v="947" actId="478"/>
          <ac:picMkLst>
            <pc:docMk/>
            <pc:sldMk cId="1247478990" sldId="719"/>
            <ac:picMk id="4106" creationId="{92FF04FF-ED63-9D24-449F-6B9D378ABF5D}"/>
          </ac:picMkLst>
        </pc:picChg>
      </pc:sldChg>
      <pc:sldChg chg="addSp delSp modSp add mod ord modNotesTx">
        <pc:chgData name="Muhammad Shahab" userId="3858d5d1-a005-4192-b038-be79b40b3efe" providerId="ADAL" clId="{6661AD6E-786A-4135-8F3A-B9F1D2C43B4B}" dt="2025-02-10T00:52:51.513" v="1006"/>
        <pc:sldMkLst>
          <pc:docMk/>
          <pc:sldMk cId="2801526237" sldId="720"/>
        </pc:sldMkLst>
        <pc:spChg chg="add del mod">
          <ac:chgData name="Muhammad Shahab" userId="3858d5d1-a005-4192-b038-be79b40b3efe" providerId="ADAL" clId="{6661AD6E-786A-4135-8F3A-B9F1D2C43B4B}" dt="2025-02-10T00:44:35.033" v="963" actId="478"/>
          <ac:spMkLst>
            <pc:docMk/>
            <pc:sldMk cId="2801526237" sldId="720"/>
            <ac:spMk id="3" creationId="{DA8CF332-AD14-442A-DF48-2E752601AD3D}"/>
          </ac:spMkLst>
        </pc:spChg>
        <pc:spChg chg="mod">
          <ac:chgData name="Muhammad Shahab" userId="3858d5d1-a005-4192-b038-be79b40b3efe" providerId="ADAL" clId="{6661AD6E-786A-4135-8F3A-B9F1D2C43B4B}" dt="2025-02-10T00:46:01.392" v="969" actId="1076"/>
          <ac:spMkLst>
            <pc:docMk/>
            <pc:sldMk cId="2801526237" sldId="720"/>
            <ac:spMk id="4" creationId="{37B7BC1C-DA35-666E-1D96-5DFC932B436A}"/>
          </ac:spMkLst>
        </pc:spChg>
        <pc:spChg chg="del">
          <ac:chgData name="Muhammad Shahab" userId="3858d5d1-a005-4192-b038-be79b40b3efe" providerId="ADAL" clId="{6661AD6E-786A-4135-8F3A-B9F1D2C43B4B}" dt="2025-02-10T00:44:32.740" v="962" actId="478"/>
          <ac:spMkLst>
            <pc:docMk/>
            <pc:sldMk cId="2801526237" sldId="720"/>
            <ac:spMk id="1031" creationId="{4DDC778A-5C45-D0C6-D058-DD2D8E9D655B}"/>
          </ac:spMkLst>
        </pc:spChg>
        <pc:picChg chg="add mod">
          <ac:chgData name="Muhammad Shahab" userId="3858d5d1-a005-4192-b038-be79b40b3efe" providerId="ADAL" clId="{6661AD6E-786A-4135-8F3A-B9F1D2C43B4B}" dt="2025-02-10T00:46:03.261" v="970" actId="1076"/>
          <ac:picMkLst>
            <pc:docMk/>
            <pc:sldMk cId="2801526237" sldId="720"/>
            <ac:picMk id="6" creationId="{F0BDD1E0-1653-3D12-B480-CFA2462F7A7F}"/>
          </ac:picMkLst>
        </pc:picChg>
        <pc:picChg chg="del">
          <ac:chgData name="Muhammad Shahab" userId="3858d5d1-a005-4192-b038-be79b40b3efe" providerId="ADAL" clId="{6661AD6E-786A-4135-8F3A-B9F1D2C43B4B}" dt="2025-02-10T00:44:29.707" v="959" actId="478"/>
          <ac:picMkLst>
            <pc:docMk/>
            <pc:sldMk cId="2801526237" sldId="720"/>
            <ac:picMk id="4098" creationId="{AB5C5A49-050F-4A7B-9936-A6533BE77383}"/>
          </ac:picMkLst>
        </pc:picChg>
        <pc:picChg chg="del">
          <ac:chgData name="Muhammad Shahab" userId="3858d5d1-a005-4192-b038-be79b40b3efe" providerId="ADAL" clId="{6661AD6E-786A-4135-8F3A-B9F1D2C43B4B}" dt="2025-02-10T00:44:29.148" v="958" actId="478"/>
          <ac:picMkLst>
            <pc:docMk/>
            <pc:sldMk cId="2801526237" sldId="720"/>
            <ac:picMk id="4102" creationId="{F9A80EC2-D2EC-EC01-1DC6-2E9E6930EE2A}"/>
          </ac:picMkLst>
        </pc:picChg>
        <pc:picChg chg="del">
          <ac:chgData name="Muhammad Shahab" userId="3858d5d1-a005-4192-b038-be79b40b3efe" providerId="ADAL" clId="{6661AD6E-786A-4135-8F3A-B9F1D2C43B4B}" dt="2025-02-10T00:44:30.795" v="961" actId="478"/>
          <ac:picMkLst>
            <pc:docMk/>
            <pc:sldMk cId="2801526237" sldId="720"/>
            <ac:picMk id="4104" creationId="{31FF55E3-E596-BCB9-2DC4-7F56D72E6297}"/>
          </ac:picMkLst>
        </pc:picChg>
        <pc:picChg chg="del">
          <ac:chgData name="Muhammad Shahab" userId="3858d5d1-a005-4192-b038-be79b40b3efe" providerId="ADAL" clId="{6661AD6E-786A-4135-8F3A-B9F1D2C43B4B}" dt="2025-02-10T00:44:30.169" v="960" actId="478"/>
          <ac:picMkLst>
            <pc:docMk/>
            <pc:sldMk cId="2801526237" sldId="720"/>
            <ac:picMk id="4106" creationId="{C33237F6-6FF3-6920-39E8-E3CD6D8E3531}"/>
          </ac:picMkLst>
        </pc:picChg>
      </pc:sldChg>
      <pc:sldChg chg="addSp delSp modSp add mod modNotesTx">
        <pc:chgData name="Muhammad Shahab" userId="3858d5d1-a005-4192-b038-be79b40b3efe" providerId="ADAL" clId="{6661AD6E-786A-4135-8F3A-B9F1D2C43B4B}" dt="2025-02-10T00:53:00.764" v="1007"/>
        <pc:sldMkLst>
          <pc:docMk/>
          <pc:sldMk cId="1895668122" sldId="721"/>
        </pc:sldMkLst>
        <pc:spChg chg="mod">
          <ac:chgData name="Muhammad Shahab" userId="3858d5d1-a005-4192-b038-be79b40b3efe" providerId="ADAL" clId="{6661AD6E-786A-4135-8F3A-B9F1D2C43B4B}" dt="2025-02-10T00:47:12.121" v="988" actId="20577"/>
          <ac:spMkLst>
            <pc:docMk/>
            <pc:sldMk cId="1895668122" sldId="721"/>
            <ac:spMk id="4" creationId="{D681F28E-775B-BA1E-CA01-59CAB275D260}"/>
          </ac:spMkLst>
        </pc:spChg>
        <pc:picChg chg="add mod">
          <ac:chgData name="Muhammad Shahab" userId="3858d5d1-a005-4192-b038-be79b40b3efe" providerId="ADAL" clId="{6661AD6E-786A-4135-8F3A-B9F1D2C43B4B}" dt="2025-02-10T00:47:29.189" v="994" actId="1076"/>
          <ac:picMkLst>
            <pc:docMk/>
            <pc:sldMk cId="1895668122" sldId="721"/>
            <ac:picMk id="3" creationId="{40C6483D-50EB-DF8D-9EED-50988A8B5CD1}"/>
          </ac:picMkLst>
        </pc:picChg>
        <pc:picChg chg="del">
          <ac:chgData name="Muhammad Shahab" userId="3858d5d1-a005-4192-b038-be79b40b3efe" providerId="ADAL" clId="{6661AD6E-786A-4135-8F3A-B9F1D2C43B4B}" dt="2025-02-10T00:47:14.273" v="989" actId="478"/>
          <ac:picMkLst>
            <pc:docMk/>
            <pc:sldMk cId="1895668122" sldId="721"/>
            <ac:picMk id="6" creationId="{F91C3EB7-B8A5-3408-9583-047FCC0949C0}"/>
          </ac:picMkLst>
        </pc:picChg>
      </pc:sldChg>
    </pc:docChg>
  </pc:docChgLst>
  <pc:docChgLst>
    <pc:chgData name="Yogesh Sharma" userId="b1a13ba1-1220-4868-8df6-0ea3b3d071e3" providerId="ADAL" clId="{3D749F50-FC57-DF40-A7F1-906A191CDA3F}"/>
    <pc:docChg chg="modSld">
      <pc:chgData name="Yogesh Sharma" userId="b1a13ba1-1220-4868-8df6-0ea3b3d071e3" providerId="ADAL" clId="{3D749F50-FC57-DF40-A7F1-906A191CDA3F}" dt="2024-09-12T12:42:12.901" v="11" actId="12"/>
      <pc:docMkLst>
        <pc:docMk/>
      </pc:docMkLst>
      <pc:sldChg chg="modSp mod">
        <pc:chgData name="Yogesh Sharma" userId="b1a13ba1-1220-4868-8df6-0ea3b3d071e3" providerId="ADAL" clId="{3D749F50-FC57-DF40-A7F1-906A191CDA3F}" dt="2024-09-12T12:41:23.516" v="1" actId="14100"/>
        <pc:sldMkLst>
          <pc:docMk/>
          <pc:sldMk cId="2389738475" sldId="264"/>
        </pc:sldMkLst>
      </pc:sldChg>
      <pc:sldChg chg="modSp mod">
        <pc:chgData name="Yogesh Sharma" userId="b1a13ba1-1220-4868-8df6-0ea3b3d071e3" providerId="ADAL" clId="{3D749F50-FC57-DF40-A7F1-906A191CDA3F}" dt="2024-09-12T12:41:38.388" v="8" actId="20577"/>
        <pc:sldMkLst>
          <pc:docMk/>
          <pc:sldMk cId="2486635905" sldId="466"/>
        </pc:sldMkLst>
      </pc:sldChg>
      <pc:sldChg chg="modSp mod">
        <pc:chgData name="Yogesh Sharma" userId="b1a13ba1-1220-4868-8df6-0ea3b3d071e3" providerId="ADAL" clId="{3D749F50-FC57-DF40-A7F1-906A191CDA3F}" dt="2024-09-12T12:41:53.327" v="9" actId="12"/>
        <pc:sldMkLst>
          <pc:docMk/>
          <pc:sldMk cId="778958909" sldId="467"/>
        </pc:sldMkLst>
      </pc:sldChg>
      <pc:sldChg chg="modSp mod">
        <pc:chgData name="Yogesh Sharma" userId="b1a13ba1-1220-4868-8df6-0ea3b3d071e3" providerId="ADAL" clId="{3D749F50-FC57-DF40-A7F1-906A191CDA3F}" dt="2024-09-12T12:42:02.316" v="10" actId="12"/>
        <pc:sldMkLst>
          <pc:docMk/>
          <pc:sldMk cId="100100950" sldId="468"/>
        </pc:sldMkLst>
      </pc:sldChg>
      <pc:sldChg chg="modSp mod">
        <pc:chgData name="Yogesh Sharma" userId="b1a13ba1-1220-4868-8df6-0ea3b3d071e3" providerId="ADAL" clId="{3D749F50-FC57-DF40-A7F1-906A191CDA3F}" dt="2024-09-12T12:42:12.901" v="11" actId="12"/>
        <pc:sldMkLst>
          <pc:docMk/>
          <pc:sldMk cId="3487512615" sldId="471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B296C6B-07FE-6D85-FBF4-EE714FE27B9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PK"/>
              <a:t>1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D473B0-7E1A-B99B-F20E-3FD3C9D036E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CDDE97-B8B1-47A8-9B1B-C591D1AA28A8}" type="datetimeFigureOut">
              <a:rPr lang="en-PK" smtClean="0"/>
              <a:t>24/02/2025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C8BD5C-D4D9-30D9-61A5-24E1515C841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62ABAA-552B-916A-AA38-B08253A07C2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DDB7C9-42E1-47AF-8543-21A01969C7E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644278967"/>
      </p:ext>
    </p:extLst>
  </p:cSld>
  <p:clrMap bg1="lt1" tx1="dk1" bg2="lt2" tx2="dk2" accent1="accent1" accent2="accent2" accent3="accent3" accent4="accent4" accent5="accent5" accent6="accent6" hlink="hlink" folHlink="folHlink"/>
  <p:hf sldNum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CA"/>
              <a:t>1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C854F9-4B15-47AF-BA13-0E62D59F12FF}" type="datetimeFigureOut">
              <a:rPr lang="en-CA" smtClean="0"/>
              <a:t>2025-02-24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1F88A7-2010-4E1A-900C-64B8A1752EB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33628884"/>
      </p:ext>
    </p:extLst>
  </p:cSld>
  <p:clrMap bg1="lt1" tx1="dk1" bg2="lt2" tx2="dk2" accent1="accent1" accent2="accent2" accent3="accent3" accent4="accent4" accent5="accent5" accent6="accent6" hlink="hlink" folHlink="folHlink"/>
  <p:hf sldNum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E2E2E5"/>
                </a:solidFill>
                <a:effectLst/>
                <a:latin typeface="Google Sans Text"/>
              </a:rPr>
              <a:t>Brief intro - "Good morning, we're presenting our progress on the Eco-Resilient Networks project."</a:t>
            </a:r>
            <a:endParaRPr lang="en-PK" dirty="0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A664A792-8732-D1E7-28B8-03AD89A7BFAE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CA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9753852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3FC2A-1755-DBC2-82DD-B9A3C2CBA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E759AE-CFE5-DA2F-6201-2909DC07BB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76DFA6-2F62-8135-0565-F4CD585CE1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E2E2E5"/>
                </a:solidFill>
                <a:effectLst/>
                <a:latin typeface="Google Sans Text"/>
              </a:rPr>
              <a:t>We identified key gaps in the current technology: a lack of focus on sustainability and limited optimization capabilities.</a:t>
            </a:r>
            <a:endParaRPr lang="en-US" dirty="0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A2BC01C5-7C97-8974-D73E-D83303AA44DF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CA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9883400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E8B2E7-9B3F-6358-0510-59897531F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C2E224-DC43-03A6-3EDB-74E7190CF9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603953-85A1-991C-FF52-049F9A213C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E2E2E5"/>
                </a:solidFill>
                <a:effectLst/>
                <a:latin typeface="Google Sans Text"/>
              </a:rPr>
              <a:t>Current solutions often overlook the environmental impact. We need a new approach.</a:t>
            </a:r>
            <a:endParaRPr lang="en-US" dirty="0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715E1F22-85E2-E677-C463-7395915F9EE2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CA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7884853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3D780-BFC9-C194-3E19-55F177043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D72BAF-4EDF-5B84-1362-FAF389C34E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80EF70-D66D-D510-80E6-E1615BA51A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E2E2E5"/>
                </a:solidFill>
                <a:effectLst/>
                <a:latin typeface="Google Sans Text"/>
              </a:rPr>
              <a:t>Current solutions often overlook the environmental impact. We need a new approach.</a:t>
            </a:r>
            <a:endParaRPr lang="en-US" dirty="0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B6952A9D-8C11-F638-D783-11CC7585F9D7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CA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9490616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E63EA-DB85-AB33-97FC-07443BC69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5870A2-C7D1-1F46-7528-33C20EA916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54D7A5-1641-99D7-9604-8E835F110F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E2E2E5"/>
                </a:solidFill>
                <a:effectLst/>
                <a:latin typeface="Google Sans Text"/>
              </a:rPr>
              <a:t>Current solutions often overlook the environmental impact. We need a new approach.</a:t>
            </a:r>
            <a:endParaRPr lang="en-US" dirty="0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7331A936-E9FC-E880-4630-3062ABA10A3F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CA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6760351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ADC0A-CF9D-0EB2-44C7-1F4AD0588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714C0F-7F13-262B-0829-95C3E1AB0C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7FCB2D-BBB7-D3A5-4680-7589222B37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E2E2E5"/>
                </a:solidFill>
                <a:effectLst/>
                <a:latin typeface="Google Sans Text"/>
              </a:rPr>
              <a:t>Current solutions often overlook the environmental impact. We need a new approach.</a:t>
            </a:r>
            <a:endParaRPr lang="en-US" dirty="0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D00A4116-F5FF-6422-DC5C-68C585030175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CA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8555348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8ADEA-11F6-13C5-C33D-F8A78EF95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632B54-29C1-9AC1-FA57-2B9DDFA58E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A21DF9-384F-4E10-E687-13F1B873CB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E2E2E5"/>
                </a:solidFill>
                <a:effectLst/>
                <a:latin typeface="Google Sans Text"/>
              </a:rPr>
              <a:t>Our project addresses the need for both reliable and sustainable networks. We're focusing on SaskTel as our primary user community.</a:t>
            </a:r>
            <a:endParaRPr lang="en-US" dirty="0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B827F401-F284-B43B-BDBB-AA2C3AC06E56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CA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0762694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CDD306-CABD-DC20-A3E3-2C799731F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CD58B0-A203-77E0-25B5-1A3C588E9A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744A57-FC2C-E127-57E9-B136A28726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E2E2E5"/>
                </a:solidFill>
                <a:effectLst/>
                <a:latin typeface="Google Sans Text"/>
              </a:rPr>
              <a:t>Our project addresses the need for both reliable and sustainable networks. We're focusing on SaskTel as our primary user community.</a:t>
            </a:r>
            <a:endParaRPr lang="en-US" dirty="0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563D6B64-F6C6-6EBF-3079-4B444C52297E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CA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2669777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005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picture containing text, swimming, ocean floor&#10;&#10;Description automatically generated">
            <a:extLst>
              <a:ext uri="{FF2B5EF4-FFF2-40B4-BE49-F238E27FC236}">
                <a16:creationId xmlns:a16="http://schemas.microsoft.com/office/drawing/2014/main" id="{0D6BB804-59F9-6E31-FCE8-2C51359AFDD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834518D-BC5E-6CF1-4596-C7A385B36A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0" y="772319"/>
            <a:ext cx="10734040" cy="1655762"/>
          </a:xfrm>
          <a:prstGeom prst="rect">
            <a:avLst/>
          </a:prstGeom>
        </p:spPr>
        <p:txBody>
          <a:bodyPr anchor="t"/>
          <a:lstStyle>
            <a:lvl1pPr algn="l">
              <a:defRPr sz="6000" b="0" i="0">
                <a:solidFill>
                  <a:srgbClr val="FFC62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 dirty="0">
                <a:solidFill>
                  <a:srgbClr val="FFC529"/>
                </a:solidFill>
                <a:effectLst/>
                <a:latin typeface="Arial" panose="020B0604020202020204" pitchFamily="34" charset="0"/>
              </a:rPr>
              <a:t>TITLE OF POWERPOINT</a:t>
            </a:r>
            <a:br>
              <a:rPr lang="en-CA" dirty="0">
                <a:solidFill>
                  <a:srgbClr val="FFC529"/>
                </a:solidFill>
                <a:effectLst/>
                <a:latin typeface="Arial" panose="020B0604020202020204" pitchFamily="34" charset="0"/>
              </a:rPr>
            </a:br>
            <a:r>
              <a:rPr lang="en-CA" dirty="0">
                <a:solidFill>
                  <a:srgbClr val="FFC529"/>
                </a:solidFill>
                <a:effectLst/>
                <a:latin typeface="Arial" panose="020B0604020202020204" pitchFamily="34" charset="0"/>
              </a:rPr>
              <a:t>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894E0B-A687-78B3-9EAC-8ADD81FA42A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2601119"/>
            <a:ext cx="10734040" cy="98536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CA" dirty="0">
                <a:effectLst/>
                <a:latin typeface="Arial" panose="020B0604020202020204" pitchFamily="34" charset="0"/>
              </a:rPr>
              <a:t>Faculty Name </a:t>
            </a:r>
            <a:br>
              <a:rPr lang="en-CA" dirty="0">
                <a:effectLst/>
                <a:latin typeface="Arial" panose="020B0604020202020204" pitchFamily="34" charset="0"/>
              </a:rPr>
            </a:br>
            <a:r>
              <a:rPr lang="en-CA" dirty="0">
                <a:effectLst/>
                <a:latin typeface="Arial" panose="020B0604020202020204" pitchFamily="34" charset="0"/>
              </a:rPr>
              <a:t>Appears Here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73AAF9D-40E7-92C1-3A19-A8E0D5F7CA5D}"/>
              </a:ext>
            </a:extLst>
          </p:cNvPr>
          <p:cNvSpPr/>
          <p:nvPr userDrawn="1"/>
        </p:nvSpPr>
        <p:spPr>
          <a:xfrm>
            <a:off x="0" y="5618480"/>
            <a:ext cx="6096000" cy="934720"/>
          </a:xfrm>
          <a:prstGeom prst="rect">
            <a:avLst/>
          </a:prstGeom>
          <a:solidFill>
            <a:srgbClr val="FFC6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8FE73E0-ABF0-1B57-F249-0B5D0A559993}"/>
              </a:ext>
            </a:extLst>
          </p:cNvPr>
          <p:cNvSpPr/>
          <p:nvPr userDrawn="1"/>
        </p:nvSpPr>
        <p:spPr>
          <a:xfrm>
            <a:off x="6096000" y="5618320"/>
            <a:ext cx="6096000" cy="934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972A49E-1654-ECBB-68FA-F61CE4792AD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934200" y="5757623"/>
            <a:ext cx="3967566" cy="656115"/>
          </a:xfrm>
          <a:prstGeom prst="rect">
            <a:avLst/>
          </a:prstGeom>
        </p:spPr>
      </p:pic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82AD2460-454C-36AF-DD2D-0083AA74677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43280" y="5811201"/>
            <a:ext cx="4643120" cy="548957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 b="1" dirty="0">
                <a:latin typeface="Arial" panose="020B0604020202020204" pitchFamily="34" charset="0"/>
              </a:rPr>
              <a:t>Date XX, 20XX</a:t>
            </a:r>
            <a:endParaRPr lang="en-CA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12028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bg>
      <p:bgPr>
        <a:solidFill>
          <a:srgbClr val="005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EE796C1-7E0F-70FF-A4F1-5C4B68B36C3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81"/>
            <a:ext cx="12192000" cy="561815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8000"/>
            </a:lvl1pPr>
          </a:lstStyle>
          <a:p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73AAF9D-40E7-92C1-3A19-A8E0D5F7CA5D}"/>
              </a:ext>
            </a:extLst>
          </p:cNvPr>
          <p:cNvSpPr/>
          <p:nvPr userDrawn="1"/>
        </p:nvSpPr>
        <p:spPr>
          <a:xfrm>
            <a:off x="0" y="5618480"/>
            <a:ext cx="6096000" cy="934720"/>
          </a:xfrm>
          <a:prstGeom prst="rect">
            <a:avLst/>
          </a:prstGeom>
          <a:solidFill>
            <a:srgbClr val="FFC6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8FE73E0-ABF0-1B57-F249-0B5D0A559993}"/>
              </a:ext>
            </a:extLst>
          </p:cNvPr>
          <p:cNvSpPr/>
          <p:nvPr userDrawn="1"/>
        </p:nvSpPr>
        <p:spPr>
          <a:xfrm>
            <a:off x="6096000" y="5618320"/>
            <a:ext cx="6096000" cy="934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972A49E-1654-ECBB-68FA-F61CE4792AD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34200" y="5757623"/>
            <a:ext cx="3967566" cy="656115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2813434B-6344-5A91-7FA4-A5004FDECBF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0" y="772319"/>
            <a:ext cx="11028680" cy="1655762"/>
          </a:xfrm>
          <a:prstGeom prst="rect">
            <a:avLst/>
          </a:prstGeom>
        </p:spPr>
        <p:txBody>
          <a:bodyPr anchor="t"/>
          <a:lstStyle>
            <a:lvl1pPr algn="l">
              <a:defRPr sz="6000" b="0" i="0">
                <a:solidFill>
                  <a:srgbClr val="FFC62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 dirty="0">
                <a:solidFill>
                  <a:srgbClr val="FFC529"/>
                </a:solidFill>
                <a:effectLst/>
                <a:latin typeface="Arial" panose="020B0604020202020204" pitchFamily="34" charset="0"/>
              </a:rPr>
              <a:t>TITLE OF POWERPOINT</a:t>
            </a:r>
            <a:br>
              <a:rPr lang="en-CA" dirty="0">
                <a:solidFill>
                  <a:srgbClr val="FFC529"/>
                </a:solidFill>
                <a:effectLst/>
                <a:latin typeface="Arial" panose="020B0604020202020204" pitchFamily="34" charset="0"/>
              </a:rPr>
            </a:br>
            <a:r>
              <a:rPr lang="en-CA" dirty="0">
                <a:solidFill>
                  <a:srgbClr val="FFC529"/>
                </a:solidFill>
                <a:effectLst/>
                <a:latin typeface="Arial" panose="020B0604020202020204" pitchFamily="34" charset="0"/>
              </a:rPr>
              <a:t>PRESENTATION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73397238-2328-4352-1279-40F657DCCEE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2601119"/>
            <a:ext cx="5054600" cy="98536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CA" dirty="0">
                <a:effectLst/>
                <a:latin typeface="Arial" panose="020B0604020202020204" pitchFamily="34" charset="0"/>
              </a:rPr>
              <a:t>Faculty Name </a:t>
            </a:r>
            <a:br>
              <a:rPr lang="en-CA" dirty="0">
                <a:effectLst/>
                <a:latin typeface="Arial" panose="020B0604020202020204" pitchFamily="34" charset="0"/>
              </a:rPr>
            </a:br>
            <a:r>
              <a:rPr lang="en-CA" dirty="0">
                <a:effectLst/>
                <a:latin typeface="Arial" panose="020B0604020202020204" pitchFamily="34" charset="0"/>
              </a:rPr>
              <a:t>Appears Here</a:t>
            </a:r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0A0FEFBC-F75A-9C95-6EB4-F707281891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43280" y="5811201"/>
            <a:ext cx="4683760" cy="548957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 b="1" dirty="0">
                <a:latin typeface="Arial" panose="020B0604020202020204" pitchFamily="34" charset="0"/>
              </a:rPr>
              <a:t>Date XX, 20XX</a:t>
            </a:r>
            <a:endParaRPr lang="en-CA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43066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73AAF9D-40E7-92C1-3A19-A8E0D5F7CA5D}"/>
              </a:ext>
            </a:extLst>
          </p:cNvPr>
          <p:cNvSpPr/>
          <p:nvPr userDrawn="1"/>
        </p:nvSpPr>
        <p:spPr>
          <a:xfrm>
            <a:off x="0" y="5618480"/>
            <a:ext cx="6096000" cy="934720"/>
          </a:xfrm>
          <a:prstGeom prst="rect">
            <a:avLst/>
          </a:prstGeom>
          <a:solidFill>
            <a:srgbClr val="FFC6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8FE73E0-ABF0-1B57-F249-0B5D0A559993}"/>
              </a:ext>
            </a:extLst>
          </p:cNvPr>
          <p:cNvSpPr/>
          <p:nvPr userDrawn="1"/>
        </p:nvSpPr>
        <p:spPr>
          <a:xfrm>
            <a:off x="6096000" y="5618320"/>
            <a:ext cx="6096000" cy="934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972A49E-1654-ECBB-68FA-F61CE4792AD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34200" y="5757623"/>
            <a:ext cx="3967566" cy="656115"/>
          </a:xfrm>
          <a:prstGeom prst="rect">
            <a:avLst/>
          </a:prstGeom>
        </p:spPr>
      </p:pic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0A0FEFBC-F75A-9C95-6EB4-F707281891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43280" y="5811201"/>
            <a:ext cx="4683760" cy="548957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 b="1" dirty="0">
                <a:latin typeface="Arial" panose="020B0604020202020204" pitchFamily="34" charset="0"/>
              </a:rPr>
              <a:t>Date XX, 20XX</a:t>
            </a:r>
            <a:endParaRPr lang="en-CA" dirty="0">
              <a:latin typeface="Arial" panose="020B0604020202020204" pitchFamily="34" charset="0"/>
            </a:endParaRP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FE3C3D3C-6CE4-3AAB-32B0-9B9BD98F945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8650" y="2601120"/>
            <a:ext cx="8068310" cy="98536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 dirty="0">
                <a:effectLst/>
                <a:latin typeface="Arial" panose="020B0604020202020204" pitchFamily="34" charset="0"/>
              </a:rPr>
              <a:t>Faculty Name </a:t>
            </a:r>
            <a:br>
              <a:rPr lang="en-CA" dirty="0">
                <a:effectLst/>
                <a:latin typeface="Arial" panose="020B0604020202020204" pitchFamily="34" charset="0"/>
              </a:rPr>
            </a:br>
            <a:r>
              <a:rPr lang="en-CA" dirty="0">
                <a:effectLst/>
                <a:latin typeface="Arial" panose="020B0604020202020204" pitchFamily="34" charset="0"/>
              </a:rPr>
              <a:t>Appears Here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F1DCA7C0-9A0E-28E0-8214-51A3691098D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8650" y="707866"/>
            <a:ext cx="11170868" cy="17002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000" b="0" i="0">
                <a:solidFill>
                  <a:srgbClr val="1247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TITLE OF POWERPOINT PRESENTATION</a:t>
            </a:r>
          </a:p>
        </p:txBody>
      </p:sp>
    </p:spTree>
    <p:extLst>
      <p:ext uri="{BB962C8B-B14F-4D97-AF65-F5344CB8AC3E}">
        <p14:creationId xmlns:p14="http://schemas.microsoft.com/office/powerpoint/2010/main" val="22844054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A894E0B-A687-78B3-9EAC-8ADD81FA42A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1839433"/>
            <a:ext cx="5816600" cy="4200529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22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CA" dirty="0">
                <a:effectLst/>
                <a:latin typeface="Arial" panose="020B0604020202020204" pitchFamily="34" charset="0"/>
              </a:rPr>
              <a:t>Lorem ipsum dolor sit </a:t>
            </a:r>
            <a:r>
              <a:rPr lang="en-CA" dirty="0" err="1">
                <a:effectLst/>
                <a:latin typeface="Arial" panose="020B0604020202020204" pitchFamily="34" charset="0"/>
              </a:rPr>
              <a:t>amet</a:t>
            </a:r>
            <a:r>
              <a:rPr lang="en-CA" dirty="0">
                <a:effectLst/>
                <a:latin typeface="Arial" panose="020B0604020202020204" pitchFamily="34" charset="0"/>
              </a:rPr>
              <a:t>, </a:t>
            </a:r>
            <a:r>
              <a:rPr lang="en-CA" dirty="0" err="1">
                <a:effectLst/>
                <a:latin typeface="Arial" panose="020B0604020202020204" pitchFamily="34" charset="0"/>
              </a:rPr>
              <a:t>consectetur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adipiscing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elit</a:t>
            </a:r>
            <a:r>
              <a:rPr lang="en-CA" dirty="0">
                <a:effectLst/>
                <a:latin typeface="Arial" panose="020B0604020202020204" pitchFamily="34" charset="0"/>
              </a:rPr>
              <a:t>, sed do </a:t>
            </a:r>
            <a:r>
              <a:rPr lang="en-CA" dirty="0" err="1">
                <a:effectLst/>
                <a:latin typeface="Arial" panose="020B0604020202020204" pitchFamily="34" charset="0"/>
              </a:rPr>
              <a:t>eiusmod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tempor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incididunt</a:t>
            </a:r>
            <a:r>
              <a:rPr lang="en-CA" dirty="0">
                <a:effectLst/>
                <a:latin typeface="Arial" panose="020B0604020202020204" pitchFamily="34" charset="0"/>
              </a:rPr>
              <a:t> labore et dolore magna </a:t>
            </a:r>
            <a:r>
              <a:rPr lang="en-CA" dirty="0" err="1">
                <a:effectLst/>
                <a:latin typeface="Arial" panose="020B0604020202020204" pitchFamily="34" charset="0"/>
              </a:rPr>
              <a:t>aliqua</a:t>
            </a:r>
            <a:r>
              <a:rPr lang="en-CA" dirty="0">
                <a:effectLst/>
                <a:latin typeface="Arial" panose="020B0604020202020204" pitchFamily="34" charset="0"/>
              </a:rPr>
              <a:t>. </a:t>
            </a:r>
          </a:p>
          <a:p>
            <a:r>
              <a:rPr lang="en-CA" dirty="0">
                <a:effectLst/>
                <a:latin typeface="Arial" panose="020B0604020202020204" pitchFamily="34" charset="0"/>
              </a:rPr>
              <a:t>Ut </a:t>
            </a:r>
            <a:r>
              <a:rPr lang="en-CA" dirty="0" err="1">
                <a:effectLst/>
                <a:latin typeface="Arial" panose="020B0604020202020204" pitchFamily="34" charset="0"/>
              </a:rPr>
              <a:t>enim</a:t>
            </a:r>
            <a:r>
              <a:rPr lang="en-CA" dirty="0">
                <a:effectLst/>
                <a:latin typeface="Arial" panose="020B0604020202020204" pitchFamily="34" charset="0"/>
              </a:rPr>
              <a:t> ad minim </a:t>
            </a:r>
            <a:r>
              <a:rPr lang="en-CA" dirty="0" err="1">
                <a:effectLst/>
                <a:latin typeface="Arial" panose="020B0604020202020204" pitchFamily="34" charset="0"/>
              </a:rPr>
              <a:t>veniam</a:t>
            </a:r>
            <a:r>
              <a:rPr lang="en-CA" dirty="0">
                <a:effectLst/>
                <a:latin typeface="Arial" panose="020B0604020202020204" pitchFamily="34" charset="0"/>
              </a:rPr>
              <a:t>, </a:t>
            </a:r>
            <a:r>
              <a:rPr lang="en-CA" dirty="0" err="1">
                <a:effectLst/>
                <a:latin typeface="Arial" panose="020B0604020202020204" pitchFamily="34" charset="0"/>
              </a:rPr>
              <a:t>quis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nostrud</a:t>
            </a:r>
            <a:r>
              <a:rPr lang="en-CA" dirty="0">
                <a:effectLst/>
                <a:latin typeface="Arial" panose="020B0604020202020204" pitchFamily="34" charset="0"/>
              </a:rPr>
              <a:t> exercitation </a:t>
            </a:r>
            <a:r>
              <a:rPr lang="en-CA" dirty="0" err="1">
                <a:effectLst/>
                <a:latin typeface="Arial" panose="020B0604020202020204" pitchFamily="34" charset="0"/>
              </a:rPr>
              <a:t>ullamco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laboris</a:t>
            </a:r>
            <a:r>
              <a:rPr lang="en-CA" dirty="0">
                <a:effectLst/>
                <a:latin typeface="Arial" panose="020B0604020202020204" pitchFamily="34" charset="0"/>
              </a:rPr>
              <a:t> nisi </a:t>
            </a:r>
            <a:r>
              <a:rPr lang="en-CA" dirty="0" err="1">
                <a:effectLst/>
                <a:latin typeface="Arial" panose="020B0604020202020204" pitchFamily="34" charset="0"/>
              </a:rPr>
              <a:t>ut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aliquip</a:t>
            </a:r>
            <a:r>
              <a:rPr lang="en-CA" dirty="0">
                <a:effectLst/>
                <a:latin typeface="Arial" panose="020B0604020202020204" pitchFamily="34" charset="0"/>
              </a:rPr>
              <a:t> ex </a:t>
            </a:r>
            <a:r>
              <a:rPr lang="en-CA" dirty="0" err="1">
                <a:effectLst/>
                <a:latin typeface="Arial" panose="020B0604020202020204" pitchFamily="34" charset="0"/>
              </a:rPr>
              <a:t>ea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commodo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consequat</a:t>
            </a:r>
            <a:r>
              <a:rPr lang="en-CA" dirty="0">
                <a:effectLst/>
                <a:latin typeface="Arial" panose="020B0604020202020204" pitchFamily="34" charset="0"/>
              </a:rPr>
              <a:t>.</a:t>
            </a:r>
          </a:p>
          <a:p>
            <a:r>
              <a:rPr lang="en-CA" dirty="0">
                <a:effectLst/>
                <a:latin typeface="Arial" panose="020B0604020202020204" pitchFamily="34" charset="0"/>
              </a:rPr>
              <a:t>Lorem ipsum dolor sit </a:t>
            </a:r>
            <a:r>
              <a:rPr lang="en-CA" dirty="0" err="1">
                <a:effectLst/>
                <a:latin typeface="Arial" panose="020B0604020202020204" pitchFamily="34" charset="0"/>
              </a:rPr>
              <a:t>amet</a:t>
            </a:r>
            <a:r>
              <a:rPr lang="en-CA" dirty="0">
                <a:effectLst/>
                <a:latin typeface="Arial" panose="020B0604020202020204" pitchFamily="34" charset="0"/>
              </a:rPr>
              <a:t>,  </a:t>
            </a:r>
            <a:r>
              <a:rPr lang="en-CA" dirty="0" err="1">
                <a:effectLst/>
                <a:latin typeface="Arial" panose="020B0604020202020204" pitchFamily="34" charset="0"/>
              </a:rPr>
              <a:t>onsectetur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adipiscing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elit</a:t>
            </a:r>
            <a:r>
              <a:rPr lang="en-CA" dirty="0">
                <a:effectLst/>
                <a:latin typeface="Arial" panose="020B0604020202020204" pitchFamily="34" charset="0"/>
              </a:rPr>
              <a:t>, sed do </a:t>
            </a:r>
            <a:r>
              <a:rPr lang="en-CA" dirty="0" err="1">
                <a:effectLst/>
                <a:latin typeface="Arial" panose="020B0604020202020204" pitchFamily="34" charset="0"/>
              </a:rPr>
              <a:t>eiusmod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tempor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incididunt</a:t>
            </a:r>
            <a:r>
              <a:rPr lang="en-CA" dirty="0">
                <a:effectLst/>
                <a:latin typeface="Arial" panose="020B0604020202020204" pitchFamily="34" charset="0"/>
              </a:rPr>
              <a:t> labore et dolore magna </a:t>
            </a:r>
            <a:r>
              <a:rPr lang="en-CA" dirty="0" err="1">
                <a:effectLst/>
                <a:latin typeface="Arial" panose="020B0604020202020204" pitchFamily="34" charset="0"/>
              </a:rPr>
              <a:t>aliqua</a:t>
            </a:r>
            <a:r>
              <a:rPr lang="en-CA" dirty="0"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73AAF9D-40E7-92C1-3A19-A8E0D5F7CA5D}"/>
              </a:ext>
            </a:extLst>
          </p:cNvPr>
          <p:cNvSpPr/>
          <p:nvPr userDrawn="1"/>
        </p:nvSpPr>
        <p:spPr>
          <a:xfrm flipV="1">
            <a:off x="0" y="6457687"/>
            <a:ext cx="9544833" cy="45719"/>
          </a:xfrm>
          <a:prstGeom prst="rect">
            <a:avLst/>
          </a:prstGeom>
          <a:solidFill>
            <a:srgbClr val="FFC6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972A49E-1654-ECBB-68FA-F61CE4792AD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77400" y="6291102"/>
            <a:ext cx="2291166" cy="378889"/>
          </a:xfrm>
          <a:prstGeom prst="rect">
            <a:avLst/>
          </a:prstGeom>
        </p:spPr>
      </p:pic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D365E25-E7E3-9C61-2A8E-E7365A596E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254241" y="1839913"/>
            <a:ext cx="4439920" cy="42005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375A2175-C58A-49B1-FE6A-82AD91D11B0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706810"/>
            <a:ext cx="10855961" cy="7463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5400" b="0" i="0">
                <a:solidFill>
                  <a:srgbClr val="1247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TITLE &amp; CONTENT HEADER</a:t>
            </a:r>
          </a:p>
        </p:txBody>
      </p:sp>
    </p:spTree>
    <p:extLst>
      <p:ext uri="{BB962C8B-B14F-4D97-AF65-F5344CB8AC3E}">
        <p14:creationId xmlns:p14="http://schemas.microsoft.com/office/powerpoint/2010/main" val="239973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A894E0B-A687-78B3-9EAC-8ADD81FA42A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1839433"/>
            <a:ext cx="10490200" cy="4200529"/>
          </a:xfrm>
          <a:prstGeom prst="rect">
            <a:avLst/>
          </a:prstGeom>
        </p:spPr>
        <p:txBody>
          <a:bodyPr/>
          <a:lstStyle>
            <a:lvl1pPr marL="342900" indent="-342900" algn="l">
              <a:lnSpc>
                <a:spcPct val="100000"/>
              </a:lnSpc>
              <a:buClr>
                <a:srgbClr val="FFC629"/>
              </a:buClr>
              <a:buFont typeface="Arial" panose="020B0604020202020204" pitchFamily="34" charset="0"/>
              <a:buChar char="•"/>
              <a:defRPr sz="22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CA" dirty="0">
                <a:effectLst/>
                <a:latin typeface="Arial" panose="020B0604020202020204" pitchFamily="34" charset="0"/>
              </a:rPr>
              <a:t>Lorem ipsum dolor sit </a:t>
            </a:r>
            <a:r>
              <a:rPr lang="en-CA" dirty="0" err="1">
                <a:effectLst/>
                <a:latin typeface="Arial" panose="020B0604020202020204" pitchFamily="34" charset="0"/>
              </a:rPr>
              <a:t>amet</a:t>
            </a:r>
            <a:r>
              <a:rPr lang="en-CA" dirty="0">
                <a:effectLst/>
                <a:latin typeface="Arial" panose="020B0604020202020204" pitchFamily="34" charset="0"/>
              </a:rPr>
              <a:t>, </a:t>
            </a:r>
            <a:r>
              <a:rPr lang="en-CA" dirty="0" err="1">
                <a:effectLst/>
                <a:latin typeface="Arial" panose="020B0604020202020204" pitchFamily="34" charset="0"/>
              </a:rPr>
              <a:t>consectetur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adipiscing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elit</a:t>
            </a:r>
            <a:r>
              <a:rPr lang="en-CA" dirty="0">
                <a:effectLst/>
                <a:latin typeface="Arial" panose="020B0604020202020204" pitchFamily="34" charset="0"/>
              </a:rPr>
              <a:t>, sed do </a:t>
            </a:r>
            <a:r>
              <a:rPr lang="en-CA" dirty="0" err="1">
                <a:effectLst/>
                <a:latin typeface="Arial" panose="020B0604020202020204" pitchFamily="34" charset="0"/>
              </a:rPr>
              <a:t>eiusmod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tempor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incididunt</a:t>
            </a:r>
            <a:r>
              <a:rPr lang="en-CA" dirty="0">
                <a:effectLst/>
                <a:latin typeface="Arial" panose="020B0604020202020204" pitchFamily="34" charset="0"/>
              </a:rPr>
              <a:t> labore et dolore magna </a:t>
            </a:r>
            <a:r>
              <a:rPr lang="en-CA" dirty="0" err="1">
                <a:effectLst/>
                <a:latin typeface="Arial" panose="020B0604020202020204" pitchFamily="34" charset="0"/>
              </a:rPr>
              <a:t>aliqua</a:t>
            </a:r>
            <a:r>
              <a:rPr lang="en-CA" dirty="0">
                <a:effectLst/>
                <a:latin typeface="Arial" panose="020B0604020202020204" pitchFamily="34" charset="0"/>
              </a:rPr>
              <a:t>. </a:t>
            </a:r>
          </a:p>
          <a:p>
            <a:r>
              <a:rPr lang="en-CA" dirty="0">
                <a:effectLst/>
                <a:latin typeface="Arial" panose="020B0604020202020204" pitchFamily="34" charset="0"/>
              </a:rPr>
              <a:t>Ut </a:t>
            </a:r>
            <a:r>
              <a:rPr lang="en-CA" dirty="0" err="1">
                <a:effectLst/>
                <a:latin typeface="Arial" panose="020B0604020202020204" pitchFamily="34" charset="0"/>
              </a:rPr>
              <a:t>enim</a:t>
            </a:r>
            <a:r>
              <a:rPr lang="en-CA" dirty="0">
                <a:effectLst/>
                <a:latin typeface="Arial" panose="020B0604020202020204" pitchFamily="34" charset="0"/>
              </a:rPr>
              <a:t> ad minim </a:t>
            </a:r>
            <a:r>
              <a:rPr lang="en-CA" dirty="0" err="1">
                <a:effectLst/>
                <a:latin typeface="Arial" panose="020B0604020202020204" pitchFamily="34" charset="0"/>
              </a:rPr>
              <a:t>veniam</a:t>
            </a:r>
            <a:r>
              <a:rPr lang="en-CA" dirty="0">
                <a:effectLst/>
                <a:latin typeface="Arial" panose="020B0604020202020204" pitchFamily="34" charset="0"/>
              </a:rPr>
              <a:t>, </a:t>
            </a:r>
            <a:r>
              <a:rPr lang="en-CA" dirty="0" err="1">
                <a:effectLst/>
                <a:latin typeface="Arial" panose="020B0604020202020204" pitchFamily="34" charset="0"/>
              </a:rPr>
              <a:t>quis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nostrud</a:t>
            </a:r>
            <a:r>
              <a:rPr lang="en-CA" dirty="0">
                <a:effectLst/>
                <a:latin typeface="Arial" panose="020B0604020202020204" pitchFamily="34" charset="0"/>
              </a:rPr>
              <a:t> exercitation </a:t>
            </a:r>
            <a:r>
              <a:rPr lang="en-CA" dirty="0" err="1">
                <a:effectLst/>
                <a:latin typeface="Arial" panose="020B0604020202020204" pitchFamily="34" charset="0"/>
              </a:rPr>
              <a:t>ullamco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laboris</a:t>
            </a:r>
            <a:r>
              <a:rPr lang="en-CA" dirty="0">
                <a:effectLst/>
                <a:latin typeface="Arial" panose="020B0604020202020204" pitchFamily="34" charset="0"/>
              </a:rPr>
              <a:t> nisi </a:t>
            </a:r>
            <a:r>
              <a:rPr lang="en-CA" dirty="0" err="1">
                <a:effectLst/>
                <a:latin typeface="Arial" panose="020B0604020202020204" pitchFamily="34" charset="0"/>
              </a:rPr>
              <a:t>ut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aliquip</a:t>
            </a:r>
            <a:r>
              <a:rPr lang="en-CA" dirty="0">
                <a:effectLst/>
                <a:latin typeface="Arial" panose="020B0604020202020204" pitchFamily="34" charset="0"/>
              </a:rPr>
              <a:t> ex </a:t>
            </a:r>
            <a:r>
              <a:rPr lang="en-CA" dirty="0" err="1">
                <a:effectLst/>
                <a:latin typeface="Arial" panose="020B0604020202020204" pitchFamily="34" charset="0"/>
              </a:rPr>
              <a:t>ea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commodo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consequat</a:t>
            </a:r>
            <a:r>
              <a:rPr lang="en-CA" dirty="0">
                <a:effectLst/>
                <a:latin typeface="Arial" panose="020B0604020202020204" pitchFamily="34" charset="0"/>
              </a:rPr>
              <a:t>.</a:t>
            </a:r>
          </a:p>
          <a:p>
            <a:r>
              <a:rPr lang="en-CA" dirty="0">
                <a:effectLst/>
                <a:latin typeface="Arial" panose="020B0604020202020204" pitchFamily="34" charset="0"/>
              </a:rPr>
              <a:t>Lorem ipsum dolor sit </a:t>
            </a:r>
            <a:r>
              <a:rPr lang="en-CA" dirty="0" err="1">
                <a:effectLst/>
                <a:latin typeface="Arial" panose="020B0604020202020204" pitchFamily="34" charset="0"/>
              </a:rPr>
              <a:t>amet</a:t>
            </a:r>
            <a:r>
              <a:rPr lang="en-CA" dirty="0">
                <a:effectLst/>
                <a:latin typeface="Arial" panose="020B0604020202020204" pitchFamily="34" charset="0"/>
              </a:rPr>
              <a:t>, </a:t>
            </a:r>
            <a:r>
              <a:rPr lang="en-CA" dirty="0" err="1">
                <a:effectLst/>
                <a:latin typeface="Arial" panose="020B0604020202020204" pitchFamily="34" charset="0"/>
              </a:rPr>
              <a:t>consectetur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adipiscing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elit</a:t>
            </a:r>
            <a:r>
              <a:rPr lang="en-CA" dirty="0">
                <a:effectLst/>
                <a:latin typeface="Arial" panose="020B0604020202020204" pitchFamily="34" charset="0"/>
              </a:rPr>
              <a:t>, sed do </a:t>
            </a:r>
            <a:r>
              <a:rPr lang="en-CA" dirty="0" err="1">
                <a:effectLst/>
                <a:latin typeface="Arial" panose="020B0604020202020204" pitchFamily="34" charset="0"/>
              </a:rPr>
              <a:t>eiusmod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tempor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incididunt</a:t>
            </a:r>
            <a:r>
              <a:rPr lang="en-CA" dirty="0">
                <a:effectLst/>
                <a:latin typeface="Arial" panose="020B0604020202020204" pitchFamily="34" charset="0"/>
              </a:rPr>
              <a:t> labore et dolore magna </a:t>
            </a:r>
            <a:r>
              <a:rPr lang="en-CA" dirty="0" err="1">
                <a:effectLst/>
                <a:latin typeface="Arial" panose="020B0604020202020204" pitchFamily="34" charset="0"/>
              </a:rPr>
              <a:t>aliqua</a:t>
            </a:r>
            <a:r>
              <a:rPr lang="en-CA" dirty="0">
                <a:effectLst/>
                <a:latin typeface="Arial" panose="020B0604020202020204" pitchFamily="34" charset="0"/>
              </a:rPr>
              <a:t>.</a:t>
            </a:r>
          </a:p>
          <a:p>
            <a:r>
              <a:rPr lang="en-CA" dirty="0">
                <a:effectLst/>
                <a:latin typeface="Arial" panose="020B0604020202020204" pitchFamily="34" charset="0"/>
              </a:rPr>
              <a:t>Ut </a:t>
            </a:r>
            <a:r>
              <a:rPr lang="en-CA" dirty="0" err="1">
                <a:effectLst/>
                <a:latin typeface="Arial" panose="020B0604020202020204" pitchFamily="34" charset="0"/>
              </a:rPr>
              <a:t>enim</a:t>
            </a:r>
            <a:r>
              <a:rPr lang="en-CA" dirty="0">
                <a:effectLst/>
                <a:latin typeface="Arial" panose="020B0604020202020204" pitchFamily="34" charset="0"/>
              </a:rPr>
              <a:t> ad minim </a:t>
            </a:r>
            <a:r>
              <a:rPr lang="en-CA" dirty="0" err="1">
                <a:effectLst/>
                <a:latin typeface="Arial" panose="020B0604020202020204" pitchFamily="34" charset="0"/>
              </a:rPr>
              <a:t>veniam</a:t>
            </a:r>
            <a:r>
              <a:rPr lang="en-CA" dirty="0">
                <a:effectLst/>
                <a:latin typeface="Arial" panose="020B0604020202020204" pitchFamily="34" charset="0"/>
              </a:rPr>
              <a:t>, </a:t>
            </a:r>
            <a:r>
              <a:rPr lang="en-CA" dirty="0" err="1">
                <a:effectLst/>
                <a:latin typeface="Arial" panose="020B0604020202020204" pitchFamily="34" charset="0"/>
              </a:rPr>
              <a:t>quis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nostrud</a:t>
            </a:r>
            <a:r>
              <a:rPr lang="en-CA" dirty="0">
                <a:effectLst/>
                <a:latin typeface="Arial" panose="020B0604020202020204" pitchFamily="34" charset="0"/>
              </a:rPr>
              <a:t> exercitation </a:t>
            </a:r>
            <a:r>
              <a:rPr lang="en-CA" dirty="0" err="1">
                <a:effectLst/>
                <a:latin typeface="Arial" panose="020B0604020202020204" pitchFamily="34" charset="0"/>
              </a:rPr>
              <a:t>ullamco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laboris</a:t>
            </a:r>
            <a:r>
              <a:rPr lang="en-CA" dirty="0">
                <a:effectLst/>
                <a:latin typeface="Arial" panose="020B0604020202020204" pitchFamily="34" charset="0"/>
              </a:rPr>
              <a:t> nisi </a:t>
            </a:r>
            <a:r>
              <a:rPr lang="en-CA" dirty="0" err="1">
                <a:effectLst/>
                <a:latin typeface="Arial" panose="020B0604020202020204" pitchFamily="34" charset="0"/>
              </a:rPr>
              <a:t>ut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aliquip</a:t>
            </a:r>
            <a:r>
              <a:rPr lang="en-CA" dirty="0">
                <a:effectLst/>
                <a:latin typeface="Arial" panose="020B0604020202020204" pitchFamily="34" charset="0"/>
              </a:rPr>
              <a:t> ex </a:t>
            </a:r>
            <a:r>
              <a:rPr lang="en-CA" dirty="0" err="1">
                <a:effectLst/>
                <a:latin typeface="Arial" panose="020B0604020202020204" pitchFamily="34" charset="0"/>
              </a:rPr>
              <a:t>ea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commodo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consequat</a:t>
            </a:r>
            <a:r>
              <a:rPr lang="en-CA" dirty="0">
                <a:effectLst/>
                <a:latin typeface="Arial" panose="020B0604020202020204" pitchFamily="34" charset="0"/>
              </a:rPr>
              <a:t>.</a:t>
            </a:r>
          </a:p>
          <a:p>
            <a:r>
              <a:rPr lang="en-CA" dirty="0">
                <a:effectLst/>
                <a:latin typeface="Arial" panose="020B0604020202020204" pitchFamily="34" charset="0"/>
              </a:rPr>
              <a:t>Lorem ipsum dolor sit </a:t>
            </a:r>
            <a:r>
              <a:rPr lang="en-CA" dirty="0" err="1">
                <a:effectLst/>
                <a:latin typeface="Arial" panose="020B0604020202020204" pitchFamily="34" charset="0"/>
              </a:rPr>
              <a:t>amet</a:t>
            </a:r>
            <a:r>
              <a:rPr lang="en-CA" dirty="0">
                <a:effectLst/>
                <a:latin typeface="Arial" panose="020B0604020202020204" pitchFamily="34" charset="0"/>
              </a:rPr>
              <a:t>, </a:t>
            </a:r>
            <a:r>
              <a:rPr lang="en-CA" dirty="0" err="1">
                <a:effectLst/>
                <a:latin typeface="Arial" panose="020B0604020202020204" pitchFamily="34" charset="0"/>
              </a:rPr>
              <a:t>consectetur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adipiscing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elit</a:t>
            </a:r>
            <a:r>
              <a:rPr lang="en-CA" dirty="0">
                <a:effectLst/>
                <a:latin typeface="Arial" panose="020B0604020202020204" pitchFamily="34" charset="0"/>
              </a:rPr>
              <a:t>, sed do </a:t>
            </a:r>
            <a:r>
              <a:rPr lang="en-CA" dirty="0" err="1">
                <a:effectLst/>
                <a:latin typeface="Arial" panose="020B0604020202020204" pitchFamily="34" charset="0"/>
              </a:rPr>
              <a:t>eiusmod</a:t>
            </a:r>
            <a:r>
              <a:rPr lang="en-CA" dirty="0">
                <a:effectLst/>
                <a:latin typeface="Arial" panose="020B0604020202020204" pitchFamily="34" charset="0"/>
              </a:rPr>
              <a:t>.</a:t>
            </a:r>
          </a:p>
          <a:p>
            <a:endParaRPr lang="en-CA" dirty="0"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73AAF9D-40E7-92C1-3A19-A8E0D5F7CA5D}"/>
              </a:ext>
            </a:extLst>
          </p:cNvPr>
          <p:cNvSpPr/>
          <p:nvPr userDrawn="1"/>
        </p:nvSpPr>
        <p:spPr>
          <a:xfrm flipV="1">
            <a:off x="0" y="6457687"/>
            <a:ext cx="9544833" cy="45719"/>
          </a:xfrm>
          <a:prstGeom prst="rect">
            <a:avLst/>
          </a:prstGeom>
          <a:solidFill>
            <a:srgbClr val="FFC6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972A49E-1654-ECBB-68FA-F61CE4792AD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77400" y="6291102"/>
            <a:ext cx="2291166" cy="378889"/>
          </a:xfrm>
          <a:prstGeom prst="rect">
            <a:avLst/>
          </a:prstGeom>
        </p:spPr>
      </p:pic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AA06BE71-AA93-6E2C-1AC7-3938323753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706810"/>
            <a:ext cx="10855961" cy="7463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5400" b="0" i="0">
                <a:solidFill>
                  <a:srgbClr val="1247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TITLE &amp; CONTENT HEADER</a:t>
            </a:r>
          </a:p>
        </p:txBody>
      </p:sp>
    </p:spTree>
    <p:extLst>
      <p:ext uri="{BB962C8B-B14F-4D97-AF65-F5344CB8AC3E}">
        <p14:creationId xmlns:p14="http://schemas.microsoft.com/office/powerpoint/2010/main" val="18712363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4292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3" r:id="rId2"/>
    <p:sldLayoutId id="2147483650" r:id="rId3"/>
    <p:sldLayoutId id="2147483651" r:id="rId4"/>
    <p:sldLayoutId id="2147483652" r:id="rId5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hamzashahab1610/" TargetMode="External"/><Relationship Id="rId7" Type="http://schemas.openxmlformats.org/officeDocument/2006/relationships/image" Target="../media/image19.png"/><Relationship Id="rId2" Type="http://schemas.openxmlformats.org/officeDocument/2006/relationships/hyperlink" Target="mailto:msx044@uregina.ca" TargetMode="Externa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8.png"/><Relationship Id="rId5" Type="http://schemas.openxmlformats.org/officeDocument/2006/relationships/hyperlink" Target="https://github.com/hamzashahab1610/ENSE-805-Project-Eco-Resilient-Networks.git" TargetMode="External"/><Relationship Id="rId4" Type="http://schemas.openxmlformats.org/officeDocument/2006/relationships/hyperlink" Target="https://github.com/hamzashahab1610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336B5-970F-DF85-889B-BD7249A9B1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0228" y="1221611"/>
            <a:ext cx="10734040" cy="940489"/>
          </a:xfrm>
        </p:spPr>
        <p:txBody>
          <a:bodyPr lIns="91440" tIns="45720" rIns="91440" bIns="45720" anchor="t"/>
          <a:lstStyle/>
          <a:p>
            <a:r>
              <a:rPr lang="en-US" sz="4800" dirty="0">
                <a:latin typeface="Arial"/>
                <a:cs typeface="Arial"/>
              </a:rPr>
              <a:t>Eco-Resilient Networks Smart Deployment for the Future</a:t>
            </a:r>
            <a:endParaRPr lang="en-US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D45DDC-E456-C634-CC16-D6A4E88E2D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9346" y="3014735"/>
            <a:ext cx="10734040" cy="1370653"/>
          </a:xfrm>
        </p:spPr>
        <p:txBody>
          <a:bodyPr/>
          <a:lstStyle/>
          <a:p>
            <a:r>
              <a:rPr lang="en-US" u="sng" dirty="0"/>
              <a:t>Activity 2: (SCRUM) Check-in # 1</a:t>
            </a:r>
          </a:p>
          <a:p>
            <a:endParaRPr lang="en-US" dirty="0"/>
          </a:p>
          <a:p>
            <a:r>
              <a:rPr lang="en-US" dirty="0"/>
              <a:t>Muhammad Hamza Shahab</a:t>
            </a:r>
          </a:p>
          <a:p>
            <a:r>
              <a:rPr lang="en-US" dirty="0"/>
              <a:t>Syed Haider Abbas Naqvi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737353-3083-5B65-8EA6-A0B4B9E17B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9185" y="5838093"/>
            <a:ext cx="2246556" cy="548957"/>
          </a:xfrm>
        </p:spPr>
        <p:txBody>
          <a:bodyPr lIns="91440" tIns="45720" rIns="91440" bIns="45720" anchor="ctr"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Arial"/>
                <a:cs typeface="Arial"/>
              </a:rPr>
              <a:t>24</a:t>
            </a:r>
            <a:r>
              <a:rPr lang="en-US" baseline="30000" dirty="0">
                <a:latin typeface="Arial"/>
                <a:cs typeface="Arial"/>
              </a:rPr>
              <a:t>th</a:t>
            </a:r>
            <a:r>
              <a:rPr lang="en-US" dirty="0">
                <a:latin typeface="Arial"/>
                <a:cs typeface="Arial"/>
              </a:rPr>
              <a:t> February 2025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4737353-3083-5B65-8EA6-A0B4B9E17B21}"/>
              </a:ext>
            </a:extLst>
          </p:cNvPr>
          <p:cNvSpPr txBox="1">
            <a:spLocks/>
          </p:cNvSpPr>
          <p:nvPr/>
        </p:nvSpPr>
        <p:spPr>
          <a:xfrm>
            <a:off x="2605742" y="5838094"/>
            <a:ext cx="3364752" cy="548957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Researching and Engineering Community </a:t>
            </a:r>
            <a:r>
              <a:rPr lang="en-US" sz="1600" b="1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Centred</a:t>
            </a:r>
            <a:r>
              <a:rPr lang="en-US" sz="1600" b="1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Software</a:t>
            </a:r>
            <a:endParaRPr lang="en-CA" sz="1600" dirty="0"/>
          </a:p>
        </p:txBody>
      </p:sp>
      <p:pic>
        <p:nvPicPr>
          <p:cNvPr id="6146" name="Picture 2" descr="About CC Licenses - Creative Commons">
            <a:extLst>
              <a:ext uri="{FF2B5EF4-FFF2-40B4-BE49-F238E27FC236}">
                <a16:creationId xmlns:a16="http://schemas.microsoft.com/office/drawing/2014/main" id="{00DB936D-0291-1CB7-DB26-A0CDDDD9F32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9" t="4527" r="2168"/>
          <a:stretch/>
        </p:blipFill>
        <p:spPr bwMode="auto">
          <a:xfrm>
            <a:off x="8449056" y="4114800"/>
            <a:ext cx="3483864" cy="1209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97384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0694B-892C-ADF2-6111-99C3D12CC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Subtitle 1">
            <a:extLst>
              <a:ext uri="{FF2B5EF4-FFF2-40B4-BE49-F238E27FC236}">
                <a16:creationId xmlns:a16="http://schemas.microsoft.com/office/drawing/2014/main" id="{EBBA6A1F-ECFE-5097-EB5D-9CFBAA0B07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1453171"/>
            <a:ext cx="5753099" cy="4586792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b="1" u="sng" dirty="0"/>
              <a:t>Digital Habitats:</a:t>
            </a:r>
            <a:r>
              <a:rPr lang="en-US" sz="1600" dirty="0"/>
              <a:t> 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1400" dirty="0"/>
              <a:t>Tool for SaskTel engineers' digital workspace.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b="1" u="sng" dirty="0"/>
              <a:t>Community of Practice:</a:t>
            </a:r>
            <a:r>
              <a:rPr lang="en-US" sz="1600" dirty="0"/>
              <a:t> 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1400" dirty="0"/>
              <a:t>Supporting the practice of network engineering, within the domain of 5G optimization.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b="1" u="sng" dirty="0"/>
              <a:t>Community Orientation:</a:t>
            </a:r>
            <a:r>
              <a:rPr lang="en-US" sz="1600" dirty="0"/>
              <a:t> 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1400" dirty="0"/>
              <a:t>Supporting projects, providing content, and facilitating access to expertise.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b="1" u="sng" dirty="0"/>
              <a:t>Technology &amp; Community:</a:t>
            </a:r>
            <a:r>
              <a:rPr lang="en-US" sz="1600" dirty="0"/>
              <a:t> 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1400" dirty="0"/>
              <a:t>Balancing reification (network optimization) and participation (data-driven decisions). Adding sustainability.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b="1" u="sng" dirty="0"/>
              <a:t>Knowledge Management:</a:t>
            </a:r>
            <a:r>
              <a:rPr lang="en-US" sz="1600" dirty="0"/>
              <a:t> 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1400" dirty="0"/>
              <a:t>Transforming data (network info) into information (metrics) and knowledge (optimal strategies).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b="1" u="sng" dirty="0"/>
              <a:t>Open Source:</a:t>
            </a:r>
            <a:r>
              <a:rPr lang="en-US" sz="1600" dirty="0"/>
              <a:t> 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1400" dirty="0"/>
              <a:t>Following SECI model and making our simulation framework open source.</a:t>
            </a:r>
            <a:endParaRPr lang="en-US" sz="85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8E730A-C589-483D-92C1-7B924EFA4ED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200" y="706810"/>
            <a:ext cx="10855961" cy="746360"/>
          </a:xfrm>
        </p:spPr>
        <p:txBody>
          <a:bodyPr>
            <a:normAutofit/>
          </a:bodyPr>
          <a:lstStyle/>
          <a:p>
            <a:r>
              <a:rPr lang="en-US" sz="3400" dirty="0"/>
              <a:t>Connection with Course Concepts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80DDDE6-5C4B-96FF-579E-58DEA41847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1892" y="557784"/>
            <a:ext cx="2752269" cy="2734319"/>
          </a:xfrm>
          <a:prstGeom prst="rect">
            <a:avLst/>
          </a:prstGeom>
        </p:spPr>
      </p:pic>
      <p:pic>
        <p:nvPicPr>
          <p:cNvPr id="3074" name="Picture 2" descr="Building Online Communities of Practice - SWOOP Analytics® | Digital  Workplace Analytics">
            <a:extLst>
              <a:ext uri="{FF2B5EF4-FFF2-40B4-BE49-F238E27FC236}">
                <a16:creationId xmlns:a16="http://schemas.microsoft.com/office/drawing/2014/main" id="{DAC88012-BEEC-AF4A-438A-782D52F1B7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1299" y="1270215"/>
            <a:ext cx="2237740" cy="2158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Benefits of Building a Website with Open Source Software | CommonPlaces">
            <a:extLst>
              <a:ext uri="{FF2B5EF4-FFF2-40B4-BE49-F238E27FC236}">
                <a16:creationId xmlns:a16="http://schemas.microsoft.com/office/drawing/2014/main" id="{C3F56576-14AD-5153-D57D-D46615386A1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19" t="7686" r="5273" b="6918"/>
          <a:stretch/>
        </p:blipFill>
        <p:spPr bwMode="auto">
          <a:xfrm>
            <a:off x="7424928" y="3565898"/>
            <a:ext cx="4269233" cy="22936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97403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03DD7-B01C-4F3C-F6D0-43EA131BF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C56BD6A-EADC-88B6-345F-FC1EC8CDC32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199" y="331906"/>
            <a:ext cx="10855961" cy="746360"/>
          </a:xfrm>
        </p:spPr>
        <p:txBody>
          <a:bodyPr/>
          <a:lstStyle/>
          <a:p>
            <a:r>
              <a:rPr lang="en-US" sz="3600" dirty="0">
                <a:latin typeface="Gill Sans MT" panose="020B0502020104020203" pitchFamily="34" charset="77"/>
              </a:rPr>
              <a:t>Code Structure Overview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6D0AE44-8259-BF9B-B666-BB075B6387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4465" y="1078266"/>
            <a:ext cx="4081357" cy="514966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479D27D-0080-007D-5C55-736DF1245D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6179" y="1111709"/>
            <a:ext cx="4899826" cy="5082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1774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624BF-EA71-09D9-0708-701BA17F3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618AD37F-66F5-A593-F3DB-1592ED6BFF7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8018" y="478210"/>
            <a:ext cx="10855961" cy="746360"/>
          </a:xfrm>
        </p:spPr>
        <p:txBody>
          <a:bodyPr/>
          <a:lstStyle/>
          <a:p>
            <a:r>
              <a:rPr lang="en-US" sz="3600" dirty="0">
                <a:latin typeface="Gill Sans MT" panose="020B0502020104020203" pitchFamily="34" charset="77"/>
              </a:rPr>
              <a:t>Class Diagram</a:t>
            </a:r>
          </a:p>
        </p:txBody>
      </p:sp>
      <p:pic>
        <p:nvPicPr>
          <p:cNvPr id="1026" name="Picture 2" descr="PlantUML diagram">
            <a:extLst>
              <a:ext uri="{FF2B5EF4-FFF2-40B4-BE49-F238E27FC236}">
                <a16:creationId xmlns:a16="http://schemas.microsoft.com/office/drawing/2014/main" id="{1B112D97-9059-F46E-B51B-44BDB1679C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87" y="1578229"/>
            <a:ext cx="11104625" cy="3701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87053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117B13-BA14-D2EF-513A-AF9127145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B00384A-6C86-8E4D-B29E-C11F308CE7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262" y="1106424"/>
            <a:ext cx="2836949" cy="49668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3F50BFE-7DFC-F1EC-4870-096D218605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7092" y="1106424"/>
            <a:ext cx="4518173" cy="4966826"/>
          </a:xfrm>
          <a:prstGeom prst="rect">
            <a:avLst/>
          </a:prstGeom>
        </p:spPr>
      </p:pic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9E22C67-A229-DD47-5056-77EB95439A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199" y="331906"/>
            <a:ext cx="10855961" cy="746360"/>
          </a:xfrm>
        </p:spPr>
        <p:txBody>
          <a:bodyPr/>
          <a:lstStyle/>
          <a:p>
            <a:r>
              <a:rPr lang="en-US" sz="3600" dirty="0">
                <a:latin typeface="Gill Sans MT" panose="020B0502020104020203" pitchFamily="34" charset="77"/>
              </a:rPr>
              <a:t>Input Output (I/O) Modules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9C90E4F-496B-D9A7-B41A-6207C3315B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70146" y="1106424"/>
            <a:ext cx="2253549" cy="157276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26F6CAE-C962-36C0-40C4-D25A9837AF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70144" y="3190568"/>
            <a:ext cx="2710449" cy="166420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5A9F9F1-62D8-351A-2C14-285AB0C5A201}"/>
              </a:ext>
            </a:extLst>
          </p:cNvPr>
          <p:cNvSpPr txBox="1"/>
          <p:nvPr/>
        </p:nvSpPr>
        <p:spPr>
          <a:xfrm>
            <a:off x="1638419" y="6101408"/>
            <a:ext cx="16106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Topology Input</a:t>
            </a:r>
            <a:endParaRPr lang="en-PK" b="1" dirty="0">
              <a:solidFill>
                <a:srgbClr val="0000FF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99EBC8-BE69-590B-8730-E9DA4FD1AECC}"/>
              </a:ext>
            </a:extLst>
          </p:cNvPr>
          <p:cNvSpPr txBox="1"/>
          <p:nvPr/>
        </p:nvSpPr>
        <p:spPr>
          <a:xfrm>
            <a:off x="5447617" y="6101408"/>
            <a:ext cx="12967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System Info</a:t>
            </a:r>
            <a:endParaRPr lang="en-PK" b="1" dirty="0">
              <a:solidFill>
                <a:srgbClr val="0000FF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F3C352-5CD7-5A9E-4689-85674063A11C}"/>
              </a:ext>
            </a:extLst>
          </p:cNvPr>
          <p:cNvSpPr txBox="1"/>
          <p:nvPr/>
        </p:nvSpPr>
        <p:spPr>
          <a:xfrm>
            <a:off x="9357493" y="4854776"/>
            <a:ext cx="1335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Metrics Info</a:t>
            </a:r>
            <a:endParaRPr lang="en-PK" b="1" dirty="0">
              <a:solidFill>
                <a:srgbClr val="0000FF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DAFDA6-29FC-FEE0-CD3C-E21326E054E2}"/>
              </a:ext>
            </a:extLst>
          </p:cNvPr>
          <p:cNvSpPr txBox="1"/>
          <p:nvPr/>
        </p:nvSpPr>
        <p:spPr>
          <a:xfrm>
            <a:off x="9129045" y="2679192"/>
            <a:ext cx="16237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Placement Info</a:t>
            </a:r>
            <a:endParaRPr lang="en-PK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090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A3382E-072D-525D-12AE-7668DE717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diagram of a network&#10;&#10;AI-generated content may be incorrect.">
            <a:extLst>
              <a:ext uri="{FF2B5EF4-FFF2-40B4-BE49-F238E27FC236}">
                <a16:creationId xmlns:a16="http://schemas.microsoft.com/office/drawing/2014/main" id="{EA9F4D1A-75A1-6D67-9E11-B567866947C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308" t="7111" r="9805" b="10656"/>
          <a:stretch/>
        </p:blipFill>
        <p:spPr>
          <a:xfrm>
            <a:off x="2167128" y="1078267"/>
            <a:ext cx="7306056" cy="5148798"/>
          </a:xfrm>
          <a:prstGeom prst="rect">
            <a:avLst/>
          </a:prstGeom>
          <a:noFill/>
        </p:spPr>
      </p:pic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35FED167-ACF5-7C62-70EB-C280165802C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199" y="331906"/>
            <a:ext cx="10855961" cy="746360"/>
          </a:xfrm>
        </p:spPr>
        <p:txBody>
          <a:bodyPr/>
          <a:lstStyle/>
          <a:p>
            <a:r>
              <a:rPr lang="en-US" sz="3600" dirty="0">
                <a:latin typeface="Gill Sans MT" panose="020B0502020104020203" pitchFamily="34" charset="77"/>
              </a:rPr>
              <a:t>Visualization Module</a:t>
            </a:r>
          </a:p>
        </p:txBody>
      </p:sp>
    </p:spTree>
    <p:extLst>
      <p:ext uri="{BB962C8B-B14F-4D97-AF65-F5344CB8AC3E}">
        <p14:creationId xmlns:p14="http://schemas.microsoft.com/office/powerpoint/2010/main" val="12851401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999A3-622B-8D93-CC75-920D95B21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989577-AB00-9A28-FDFE-45FE87A145B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199" y="331906"/>
            <a:ext cx="10855961" cy="746360"/>
          </a:xfrm>
        </p:spPr>
        <p:txBody>
          <a:bodyPr/>
          <a:lstStyle/>
          <a:p>
            <a:r>
              <a:rPr lang="en-US" sz="3600" dirty="0">
                <a:latin typeface="Gill Sans MT" panose="020B0502020104020203" pitchFamily="34" charset="77"/>
              </a:rPr>
              <a:t>Paper Progress - Snapshot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58FEEB3-8AF4-CDA8-3A47-68BD245BE1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179" y="1078266"/>
            <a:ext cx="10545641" cy="5033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290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828C6A-0274-9351-554B-18CF1D6300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sz="3600" dirty="0"/>
              <a:t>Paper Writing Progress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0E983BCF-45FD-7FA1-DB5A-3AA8727D51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3136377"/>
              </p:ext>
            </p:extLst>
          </p:nvPr>
        </p:nvGraphicFramePr>
        <p:xfrm>
          <a:off x="1903688" y="1945640"/>
          <a:ext cx="8724984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4002877915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666902527"/>
                    </a:ext>
                  </a:extLst>
                </a:gridCol>
                <a:gridCol w="3306318">
                  <a:extLst>
                    <a:ext uri="{9D8B030D-6E8A-4147-A177-3AD203B41FA5}">
                      <a16:colId xmlns:a16="http://schemas.microsoft.com/office/drawing/2014/main" val="36565709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Status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01939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Abstract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K" dirty="0"/>
                        <a:t>✅ </a:t>
                      </a:r>
                      <a:r>
                        <a:rPr lang="en-US" dirty="0"/>
                        <a:t>Done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Final metrics to </a:t>
                      </a:r>
                      <a:r>
                        <a:rPr lang="en-US"/>
                        <a:t>be added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74199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Introduction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dirty="0"/>
                        <a:t>✅ </a:t>
                      </a:r>
                      <a:r>
                        <a:rPr lang="en-US" dirty="0"/>
                        <a:t>Done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Completed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22818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Related Works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dirty="0"/>
                        <a:t>✅ </a:t>
                      </a:r>
                      <a:r>
                        <a:rPr lang="en-US" dirty="0"/>
                        <a:t>Done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Completed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30229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Problem Formulation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⏳In Progress</a:t>
                      </a:r>
                      <a:endParaRPr lang="en-PK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Expected till next scrum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06708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Methodology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⏳In Progress</a:t>
                      </a:r>
                      <a:endParaRPr lang="en-PK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Expected till next scrum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3720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Results &amp; Analysis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dirty="0"/>
                        <a:t>❌ </a:t>
                      </a:r>
                      <a:r>
                        <a:rPr lang="en-US" dirty="0"/>
                        <a:t>Not Started</a:t>
                      </a:r>
                      <a:endParaRPr lang="en-PK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 collection ongoing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068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Conclusion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dirty="0"/>
                        <a:t>❌ </a:t>
                      </a:r>
                      <a:r>
                        <a:rPr lang="en-US" dirty="0"/>
                        <a:t>Not Started</a:t>
                      </a:r>
                      <a:endParaRPr lang="en-PK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Will finalize after results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41680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86648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5BD12-63E0-0D54-4F73-3844C99AF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ABF8503-B60F-39E4-EFAD-5E23A3634E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782" y="0"/>
            <a:ext cx="5355218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027FE2B-A923-2D36-D895-6D0490D6CE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0"/>
            <a:ext cx="53128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6612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7054E5BF-C98E-31FE-1DCA-12D48C0024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4681728"/>
            <a:ext cx="10490200" cy="1358234"/>
          </a:xfrm>
        </p:spPr>
        <p:txBody>
          <a:bodyPr/>
          <a:lstStyle/>
          <a:p>
            <a:r>
              <a:rPr lang="en-US" sz="1800" b="1" dirty="0"/>
              <a:t>Contact:</a:t>
            </a:r>
          </a:p>
          <a:p>
            <a:pPr marL="800100" lvl="1" indent="-342900" algn="l">
              <a:buFont typeface="Wingdings" panose="05000000000000000000" pitchFamily="2" charset="2"/>
              <a:buChar char="Ø"/>
            </a:pPr>
            <a:r>
              <a:rPr lang="en-US" sz="1600" b="1" dirty="0"/>
              <a:t>Email:</a:t>
            </a:r>
            <a:r>
              <a:rPr lang="en-US" sz="1600" dirty="0"/>
              <a:t> </a:t>
            </a:r>
            <a:r>
              <a:rPr lang="en-US" sz="1600" dirty="0">
                <a:hlinkClick r:id="rId2"/>
              </a:rPr>
              <a:t>msx044@uregina.ca</a:t>
            </a:r>
            <a:endParaRPr lang="en-US" sz="1600" dirty="0"/>
          </a:p>
          <a:p>
            <a:pPr marL="800100" lvl="1" indent="-342900" algn="l">
              <a:buFont typeface="Wingdings" panose="05000000000000000000" pitchFamily="2" charset="2"/>
              <a:buChar char="Ø"/>
            </a:pPr>
            <a:r>
              <a:rPr lang="en-US" sz="1600" b="1" dirty="0"/>
              <a:t>LinkedIn:</a:t>
            </a:r>
            <a:r>
              <a:rPr lang="en-US" sz="1600" dirty="0"/>
              <a:t> </a:t>
            </a:r>
            <a:r>
              <a:rPr lang="en-US" sz="1600" dirty="0">
                <a:hlinkClick r:id="rId3"/>
              </a:rPr>
              <a:t>https://www.linkedin.com/in/hamzashahab1610/</a:t>
            </a:r>
            <a:endParaRPr lang="en-US" sz="1600" dirty="0"/>
          </a:p>
          <a:p>
            <a:pPr marL="800100" lvl="1" indent="-342900" algn="l">
              <a:buFont typeface="Wingdings" panose="05000000000000000000" pitchFamily="2" charset="2"/>
              <a:buChar char="Ø"/>
            </a:pPr>
            <a:r>
              <a:rPr lang="en-US" sz="1600" b="1" dirty="0"/>
              <a:t>GitHub:</a:t>
            </a:r>
            <a:r>
              <a:rPr lang="en-US" sz="1600" dirty="0"/>
              <a:t> </a:t>
            </a:r>
            <a:r>
              <a:rPr lang="en-US" sz="1600" dirty="0">
                <a:hlinkClick r:id="rId4"/>
              </a:rPr>
              <a:t>https://github.com/hamzashahab1610</a:t>
            </a:r>
            <a:endParaRPr lang="en-US" sz="16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14426E6-40D3-18FA-F948-A86FB542026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8019" y="489093"/>
            <a:ext cx="10855961" cy="1725494"/>
          </a:xfrm>
        </p:spPr>
        <p:txBody>
          <a:bodyPr/>
          <a:lstStyle/>
          <a:p>
            <a:pPr algn="ctr"/>
            <a:r>
              <a:rPr lang="en-US" dirty="0">
                <a:latin typeface="Gill Sans MT" panose="020B0502020104020203" pitchFamily="34" charset="0"/>
              </a:rPr>
              <a:t>Thank You - Let’s Build Sustainable Networks!</a:t>
            </a:r>
            <a:endParaRPr lang="en-PK" dirty="0">
              <a:latin typeface="Gill Sans MT" panose="020B05020201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27CA9F-2777-9A40-818F-806CFCAC968B}"/>
              </a:ext>
            </a:extLst>
          </p:cNvPr>
          <p:cNvSpPr txBox="1"/>
          <p:nvPr/>
        </p:nvSpPr>
        <p:spPr>
          <a:xfrm>
            <a:off x="1699942" y="2372868"/>
            <a:ext cx="93056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Project Link:</a:t>
            </a:r>
            <a:r>
              <a:rPr lang="en-US" dirty="0"/>
              <a:t> </a:t>
            </a:r>
            <a:r>
              <a:rPr lang="en-US" dirty="0">
                <a:hlinkClick r:id="rId5"/>
              </a:rPr>
              <a:t>https://github.com/hamzashahab1610/ENSE-805-Project-Eco-Resilient-Networks.git</a:t>
            </a:r>
            <a:endParaRPr lang="en-PK" dirty="0"/>
          </a:p>
        </p:txBody>
      </p:sp>
      <p:pic>
        <p:nvPicPr>
          <p:cNvPr id="6152" name="Picture 8">
            <a:extLst>
              <a:ext uri="{FF2B5EF4-FFF2-40B4-BE49-F238E27FC236}">
                <a16:creationId xmlns:a16="http://schemas.microsoft.com/office/drawing/2014/main" id="{FD92E5EA-BAA7-FD19-60B5-04FA9BE17A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0303" y="2268664"/>
            <a:ext cx="539639" cy="5396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89AD8B81-CE41-E8D2-3038-9574590090C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89441" y="3838432"/>
            <a:ext cx="2016125" cy="2016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2170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16792</TotalTime>
  <Words>416</Words>
  <Application>Microsoft Office PowerPoint</Application>
  <PresentationFormat>Widescreen</PresentationFormat>
  <Paragraphs>76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Aptos</vt:lpstr>
      <vt:lpstr>Arial</vt:lpstr>
      <vt:lpstr>Calibri</vt:lpstr>
      <vt:lpstr>Gill Sans MT</vt:lpstr>
      <vt:lpstr>Google Sans Text</vt:lpstr>
      <vt:lpstr>Segoe UI</vt:lpstr>
      <vt:lpstr>Wingdings</vt:lpstr>
      <vt:lpstr>Office Theme</vt:lpstr>
      <vt:lpstr>Eco-Resilient Networks Smart Deployment for the Future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Haley Nicolson</dc:creator>
  <cp:lastModifiedBy>Muhammad Shahab</cp:lastModifiedBy>
  <cp:revision>1559</cp:revision>
  <cp:lastPrinted>2023-05-16T09:29:54Z</cp:lastPrinted>
  <dcterms:created xsi:type="dcterms:W3CDTF">2023-02-16T16:25:29Z</dcterms:created>
  <dcterms:modified xsi:type="dcterms:W3CDTF">2025-02-24T17:52:16Z</dcterms:modified>
</cp:coreProperties>
</file>