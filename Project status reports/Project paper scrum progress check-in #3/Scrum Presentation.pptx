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6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64" r:id="rId2"/>
    <p:sldId id="727" r:id="rId3"/>
    <p:sldId id="732" r:id="rId4"/>
    <p:sldId id="694" r:id="rId5"/>
    <p:sldId id="688" r:id="rId6"/>
    <p:sldId id="689" r:id="rId7"/>
    <p:sldId id="690" r:id="rId8"/>
    <p:sldId id="731" r:id="rId9"/>
    <p:sldId id="682" r:id="rId10"/>
    <p:sldId id="737" r:id="rId11"/>
    <p:sldId id="736" r:id="rId12"/>
    <p:sldId id="738" r:id="rId13"/>
    <p:sldId id="740" r:id="rId14"/>
    <p:sldId id="729" r:id="rId15"/>
    <p:sldId id="730" r:id="rId16"/>
    <p:sldId id="686" r:id="rId17"/>
    <p:sldId id="734" r:id="rId18"/>
    <p:sldId id="741" r:id="rId19"/>
    <p:sldId id="726" r:id="rId20"/>
    <p:sldId id="722" r:id="rId21"/>
    <p:sldId id="728" r:id="rId22"/>
    <p:sldId id="733" r:id="rId23"/>
    <p:sldId id="739" r:id="rId24"/>
    <p:sldId id="489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54CB7DC7-64BA-49B4-A34F-8C42B50485A0}">
          <p14:sldIdLst>
            <p14:sldId id="264"/>
            <p14:sldId id="727"/>
            <p14:sldId id="732"/>
            <p14:sldId id="694"/>
            <p14:sldId id="688"/>
            <p14:sldId id="689"/>
            <p14:sldId id="690"/>
            <p14:sldId id="731"/>
            <p14:sldId id="682"/>
            <p14:sldId id="737"/>
            <p14:sldId id="736"/>
            <p14:sldId id="738"/>
            <p14:sldId id="740"/>
            <p14:sldId id="729"/>
            <p14:sldId id="730"/>
            <p14:sldId id="686"/>
            <p14:sldId id="734"/>
            <p14:sldId id="741"/>
            <p14:sldId id="726"/>
            <p14:sldId id="722"/>
            <p14:sldId id="728"/>
            <p14:sldId id="733"/>
            <p14:sldId id="739"/>
            <p14:sldId id="48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45F5EAB-D7D6-8334-AAE7-F992A18E350F}" name="Yogesh Sharma" initials="" userId="S::ysf193@uregina.ca::b1a13ba1-1220-4868-8df6-0ea3b3d071e3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ogesh Sharma" initials="YS" lastIdx="2" clrIdx="0">
    <p:extLst>
      <p:ext uri="{19B8F6BF-5375-455C-9EA6-DF929625EA0E}">
        <p15:presenceInfo xmlns:p15="http://schemas.microsoft.com/office/powerpoint/2012/main" userId="Yogesh Sharm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FFFF"/>
    <a:srgbClr val="124734"/>
    <a:srgbClr val="0266FF"/>
    <a:srgbClr val="005937"/>
    <a:srgbClr val="FFC6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661AD6E-786A-4135-8F3A-B9F1D2C43B4B}" v="209" dt="2025-02-10T02:58:40.14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681" autoAdjust="0"/>
    <p:restoredTop sz="95033" autoAdjust="0"/>
  </p:normalViewPr>
  <p:slideViewPr>
    <p:cSldViewPr snapToGrid="0" showGuides="1">
      <p:cViewPr varScale="1">
        <p:scale>
          <a:sx n="105" d="100"/>
          <a:sy n="105" d="100"/>
        </p:scale>
        <p:origin x="852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viewProps" Target="viewProps.xml"/><Relationship Id="rId35" Type="http://schemas.microsoft.com/office/2018/10/relationships/authors" Target="author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gesh Sharma" userId="b1a13ba1-1220-4868-8df6-0ea3b3d071e3" providerId="ADAL" clId="{09CC5DB8-C7F5-8A48-9EBB-AD0BAA2EBE84}"/>
    <pc:docChg chg="undo custSel modSld">
      <pc:chgData name="Yogesh Sharma" userId="b1a13ba1-1220-4868-8df6-0ea3b3d071e3" providerId="ADAL" clId="{09CC5DB8-C7F5-8A48-9EBB-AD0BAA2EBE84}" dt="2024-11-27T17:31:50.747" v="34"/>
      <pc:docMkLst>
        <pc:docMk/>
      </pc:docMkLst>
      <pc:sldChg chg="modSp mod">
        <pc:chgData name="Yogesh Sharma" userId="b1a13ba1-1220-4868-8df6-0ea3b3d071e3" providerId="ADAL" clId="{09CC5DB8-C7F5-8A48-9EBB-AD0BAA2EBE84}" dt="2024-11-27T16:17:53.541" v="4" actId="20577"/>
        <pc:sldMkLst>
          <pc:docMk/>
          <pc:sldMk cId="2389738475" sldId="264"/>
        </pc:sldMkLst>
        <pc:spChg chg="mod">
          <ac:chgData name="Yogesh Sharma" userId="b1a13ba1-1220-4868-8df6-0ea3b3d071e3" providerId="ADAL" clId="{09CC5DB8-C7F5-8A48-9EBB-AD0BAA2EBE84}" dt="2024-11-27T16:17:53.541" v="4" actId="20577"/>
          <ac:spMkLst>
            <pc:docMk/>
            <pc:sldMk cId="2389738475" sldId="264"/>
            <ac:spMk id="3" creationId="{B2D45DDC-E456-C634-CC16-D6A4E88E2DE7}"/>
          </ac:spMkLst>
        </pc:spChg>
      </pc:sldChg>
      <pc:sldChg chg="addCm">
        <pc:chgData name="Yogesh Sharma" userId="b1a13ba1-1220-4868-8df6-0ea3b3d071e3" providerId="ADAL" clId="{09CC5DB8-C7F5-8A48-9EBB-AD0BAA2EBE84}" dt="2024-11-27T17:03:30.054" v="5"/>
        <pc:sldMkLst>
          <pc:docMk/>
          <pc:sldMk cId="1225751653" sldId="28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Yogesh Sharma" userId="b1a13ba1-1220-4868-8df6-0ea3b3d071e3" providerId="ADAL" clId="{09CC5DB8-C7F5-8A48-9EBB-AD0BAA2EBE84}" dt="2024-11-27T17:03:30.054" v="5"/>
              <pc2:cmMkLst xmlns:pc2="http://schemas.microsoft.com/office/powerpoint/2019/9/main/command">
                <pc:docMk/>
                <pc:sldMk cId="1225751653" sldId="287"/>
                <pc2:cmMk id="{0533E481-C63E-E240-8DCC-3CFCC2F7954B}"/>
              </pc2:cmMkLst>
            </pc226:cmChg>
          </p:ext>
        </pc:extLst>
      </pc:sldChg>
      <pc:sldChg chg="addCm">
        <pc:chgData name="Yogesh Sharma" userId="b1a13ba1-1220-4868-8df6-0ea3b3d071e3" providerId="ADAL" clId="{09CC5DB8-C7F5-8A48-9EBB-AD0BAA2EBE84}" dt="2024-11-27T17:06:05.396" v="6"/>
        <pc:sldMkLst>
          <pc:docMk/>
          <pc:sldMk cId="2955999227" sldId="441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Yogesh Sharma" userId="b1a13ba1-1220-4868-8df6-0ea3b3d071e3" providerId="ADAL" clId="{09CC5DB8-C7F5-8A48-9EBB-AD0BAA2EBE84}" dt="2024-11-27T17:06:05.396" v="6"/>
              <pc2:cmMkLst xmlns:pc2="http://schemas.microsoft.com/office/powerpoint/2019/9/main/command">
                <pc:docMk/>
                <pc:sldMk cId="2955999227" sldId="441"/>
                <pc2:cmMk id="{3EA710B6-1603-4743-868B-CAD6C84090CB}"/>
              </pc2:cmMkLst>
            </pc226:cmChg>
          </p:ext>
        </pc:extLst>
      </pc:sldChg>
      <pc:sldChg chg="addCm">
        <pc:chgData name="Yogesh Sharma" userId="b1a13ba1-1220-4868-8df6-0ea3b3d071e3" providerId="ADAL" clId="{09CC5DB8-C7F5-8A48-9EBB-AD0BAA2EBE84}" dt="2024-11-27T17:18:33.420" v="22"/>
        <pc:sldMkLst>
          <pc:docMk/>
          <pc:sldMk cId="1658933899" sldId="47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Yogesh Sharma" userId="b1a13ba1-1220-4868-8df6-0ea3b3d071e3" providerId="ADAL" clId="{09CC5DB8-C7F5-8A48-9EBB-AD0BAA2EBE84}" dt="2024-11-27T17:16:36.819" v="20"/>
              <pc2:cmMkLst xmlns:pc2="http://schemas.microsoft.com/office/powerpoint/2019/9/main/command">
                <pc:docMk/>
                <pc:sldMk cId="1658933899" sldId="476"/>
                <pc2:cmMk id="{5ABC0B3F-62CC-6144-A301-FCE2C8991D28}"/>
              </pc2:cmMkLst>
            </pc226:cmChg>
            <pc226:cmChg xmlns:pc226="http://schemas.microsoft.com/office/powerpoint/2022/06/main/command" chg="add">
              <pc226:chgData name="Yogesh Sharma" userId="b1a13ba1-1220-4868-8df6-0ea3b3d071e3" providerId="ADAL" clId="{09CC5DB8-C7F5-8A48-9EBB-AD0BAA2EBE84}" dt="2024-11-27T17:13:24.098" v="19"/>
              <pc2:cmMkLst xmlns:pc2="http://schemas.microsoft.com/office/powerpoint/2019/9/main/command">
                <pc:docMk/>
                <pc:sldMk cId="1658933899" sldId="476"/>
                <pc2:cmMk id="{3A11B189-3337-CF47-93DA-80BDFD630858}"/>
              </pc2:cmMkLst>
            </pc226:cmChg>
            <pc226:cmChg xmlns:pc226="http://schemas.microsoft.com/office/powerpoint/2022/06/main/command" chg="add">
              <pc226:chgData name="Yogesh Sharma" userId="b1a13ba1-1220-4868-8df6-0ea3b3d071e3" providerId="ADAL" clId="{09CC5DB8-C7F5-8A48-9EBB-AD0BAA2EBE84}" dt="2024-11-27T17:12:41.941" v="18"/>
              <pc2:cmMkLst xmlns:pc2="http://schemas.microsoft.com/office/powerpoint/2019/9/main/command">
                <pc:docMk/>
                <pc:sldMk cId="1658933899" sldId="476"/>
                <pc2:cmMk id="{CE8E4E9C-5E84-3A49-B414-CC1EBAC9D7AC}"/>
              </pc2:cmMkLst>
            </pc226:cmChg>
            <pc226:cmChg xmlns:pc226="http://schemas.microsoft.com/office/powerpoint/2022/06/main/command" chg="add">
              <pc226:chgData name="Yogesh Sharma" userId="b1a13ba1-1220-4868-8df6-0ea3b3d071e3" providerId="ADAL" clId="{09CC5DB8-C7F5-8A48-9EBB-AD0BAA2EBE84}" dt="2024-11-27T17:18:33.420" v="22"/>
              <pc2:cmMkLst xmlns:pc2="http://schemas.microsoft.com/office/powerpoint/2019/9/main/command">
                <pc:docMk/>
                <pc:sldMk cId="1658933899" sldId="476"/>
                <pc2:cmMk id="{7B1A03E0-40D8-964D-AD56-09BF05EEC29C}"/>
              </pc2:cmMkLst>
            </pc226:cmChg>
          </p:ext>
        </pc:extLst>
      </pc:sldChg>
      <pc:sldChg chg="modSp mod addCm">
        <pc:chgData name="Yogesh Sharma" userId="b1a13ba1-1220-4868-8df6-0ea3b3d071e3" providerId="ADAL" clId="{09CC5DB8-C7F5-8A48-9EBB-AD0BAA2EBE84}" dt="2024-11-27T17:07:33.817" v="12"/>
        <pc:sldMkLst>
          <pc:docMk/>
          <pc:sldMk cId="1485600232" sldId="47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Yogesh Sharma" userId="b1a13ba1-1220-4868-8df6-0ea3b3d071e3" providerId="ADAL" clId="{09CC5DB8-C7F5-8A48-9EBB-AD0BAA2EBE84}" dt="2024-11-27T17:07:33.817" v="12"/>
              <pc2:cmMkLst xmlns:pc2="http://schemas.microsoft.com/office/powerpoint/2019/9/main/command">
                <pc:docMk/>
                <pc:sldMk cId="1485600232" sldId="478"/>
                <pc2:cmMk id="{31F0C152-E516-934D-98ED-D23D3B497DCC}"/>
              </pc2:cmMkLst>
            </pc226:cmChg>
          </p:ext>
        </pc:extLst>
      </pc:sldChg>
      <pc:sldChg chg="addCm">
        <pc:chgData name="Yogesh Sharma" userId="b1a13ba1-1220-4868-8df6-0ea3b3d071e3" providerId="ADAL" clId="{09CC5DB8-C7F5-8A48-9EBB-AD0BAA2EBE84}" dt="2024-11-27T17:17:27.747" v="21"/>
        <pc:sldMkLst>
          <pc:docMk/>
          <pc:sldMk cId="1158483364" sldId="48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Yogesh Sharma" userId="b1a13ba1-1220-4868-8df6-0ea3b3d071e3" providerId="ADAL" clId="{09CC5DB8-C7F5-8A48-9EBB-AD0BAA2EBE84}" dt="2024-11-27T17:17:27.747" v="21"/>
              <pc2:cmMkLst xmlns:pc2="http://schemas.microsoft.com/office/powerpoint/2019/9/main/command">
                <pc:docMk/>
                <pc:sldMk cId="1158483364" sldId="487"/>
                <pc2:cmMk id="{23B00DDC-F9ED-904C-8C45-CE6C0233095F}"/>
              </pc2:cmMkLst>
            </pc226:cmChg>
          </p:ext>
        </pc:extLst>
      </pc:sldChg>
      <pc:sldChg chg="addSp delSp modSp mod addCm modCm">
        <pc:chgData name="Yogesh Sharma" userId="b1a13ba1-1220-4868-8df6-0ea3b3d071e3" providerId="ADAL" clId="{09CC5DB8-C7F5-8A48-9EBB-AD0BAA2EBE84}" dt="2024-11-27T17:10:10.301" v="17"/>
        <pc:sldMkLst>
          <pc:docMk/>
          <pc:sldMk cId="4051496604" sldId="49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Yogesh Sharma" userId="b1a13ba1-1220-4868-8df6-0ea3b3d071e3" providerId="ADAL" clId="{09CC5DB8-C7F5-8A48-9EBB-AD0BAA2EBE84}" dt="2024-11-27T17:10:10.301" v="17"/>
              <pc2:cmMkLst xmlns:pc2="http://schemas.microsoft.com/office/powerpoint/2019/9/main/command">
                <pc:docMk/>
                <pc:sldMk cId="4051496604" sldId="490"/>
                <pc2:cmMk id="{BEF93FF5-559B-1C43-B508-03B8A62AABFA}"/>
              </pc2:cmMkLst>
            </pc226:cmChg>
          </p:ext>
        </pc:extLst>
      </pc:sldChg>
      <pc:sldChg chg="addCm">
        <pc:chgData name="Yogesh Sharma" userId="b1a13ba1-1220-4868-8df6-0ea3b3d071e3" providerId="ADAL" clId="{09CC5DB8-C7F5-8A48-9EBB-AD0BAA2EBE84}" dt="2024-11-27T17:21:01.641" v="25"/>
        <pc:sldMkLst>
          <pc:docMk/>
          <pc:sldMk cId="1862270627" sldId="67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Yogesh Sharma" userId="b1a13ba1-1220-4868-8df6-0ea3b3d071e3" providerId="ADAL" clId="{09CC5DB8-C7F5-8A48-9EBB-AD0BAA2EBE84}" dt="2024-11-27T17:20:11.372" v="23"/>
              <pc2:cmMkLst xmlns:pc2="http://schemas.microsoft.com/office/powerpoint/2019/9/main/command">
                <pc:docMk/>
                <pc:sldMk cId="1862270627" sldId="676"/>
                <pc2:cmMk id="{53F98426-0512-014B-A326-FE934F879E00}"/>
              </pc2:cmMkLst>
            </pc226:cmChg>
            <pc226:cmChg xmlns:pc226="http://schemas.microsoft.com/office/powerpoint/2022/06/main/command" chg="add">
              <pc226:chgData name="Yogesh Sharma" userId="b1a13ba1-1220-4868-8df6-0ea3b3d071e3" providerId="ADAL" clId="{09CC5DB8-C7F5-8A48-9EBB-AD0BAA2EBE84}" dt="2024-11-27T17:20:32.610" v="24"/>
              <pc2:cmMkLst xmlns:pc2="http://schemas.microsoft.com/office/powerpoint/2019/9/main/command">
                <pc:docMk/>
                <pc:sldMk cId="1862270627" sldId="676"/>
                <pc2:cmMk id="{2C31F02C-299E-4F4B-9758-3A60711D6B23}"/>
              </pc2:cmMkLst>
            </pc226:cmChg>
            <pc226:cmChg xmlns:pc226="http://schemas.microsoft.com/office/powerpoint/2022/06/main/command" chg="add">
              <pc226:chgData name="Yogesh Sharma" userId="b1a13ba1-1220-4868-8df6-0ea3b3d071e3" providerId="ADAL" clId="{09CC5DB8-C7F5-8A48-9EBB-AD0BAA2EBE84}" dt="2024-11-27T17:21:01.641" v="25"/>
              <pc2:cmMkLst xmlns:pc2="http://schemas.microsoft.com/office/powerpoint/2019/9/main/command">
                <pc:docMk/>
                <pc:sldMk cId="1862270627" sldId="676"/>
                <pc2:cmMk id="{4A651BAA-3C3F-4B46-A34B-D422AADB6C0B}"/>
              </pc2:cmMkLst>
            </pc226:cmChg>
          </p:ext>
        </pc:extLst>
      </pc:sldChg>
      <pc:sldChg chg="addCm modCm">
        <pc:chgData name="Yogesh Sharma" userId="b1a13ba1-1220-4868-8df6-0ea3b3d071e3" providerId="ADAL" clId="{09CC5DB8-C7F5-8A48-9EBB-AD0BAA2EBE84}" dt="2024-11-27T17:23:09.421" v="27"/>
        <pc:sldMkLst>
          <pc:docMk/>
          <pc:sldMk cId="3069107505" sldId="68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Yogesh Sharma" userId="b1a13ba1-1220-4868-8df6-0ea3b3d071e3" providerId="ADAL" clId="{09CC5DB8-C7F5-8A48-9EBB-AD0BAA2EBE84}" dt="2024-11-27T17:23:09.421" v="27"/>
              <pc2:cmMkLst xmlns:pc2="http://schemas.microsoft.com/office/powerpoint/2019/9/main/command">
                <pc:docMk/>
                <pc:sldMk cId="3069107505" sldId="680"/>
                <pc2:cmMk id="{0977B9D4-3BC5-8E4A-844A-2559A4DF90F0}"/>
              </pc2:cmMkLst>
              <pc226:cmRplyChg chg="add">
                <pc226:chgData name="Yogesh Sharma" userId="b1a13ba1-1220-4868-8df6-0ea3b3d071e3" providerId="ADAL" clId="{09CC5DB8-C7F5-8A48-9EBB-AD0BAA2EBE84}" dt="2024-11-27T17:23:09.421" v="27"/>
                <pc2:cmRplyMkLst xmlns:pc2="http://schemas.microsoft.com/office/powerpoint/2019/9/main/command">
                  <pc:docMk/>
                  <pc:sldMk cId="3069107505" sldId="680"/>
                  <pc2:cmMk id="{0977B9D4-3BC5-8E4A-844A-2559A4DF90F0}"/>
                  <pc2:cmRplyMk id="{E3B5B35F-14FA-1F49-86D3-6AA9312B4D11}"/>
                </pc2:cmRplyMkLst>
              </pc226:cmRplyChg>
            </pc226:cmChg>
          </p:ext>
        </pc:extLst>
      </pc:sldChg>
      <pc:sldChg chg="modSp addCm">
        <pc:chgData name="Yogesh Sharma" userId="b1a13ba1-1220-4868-8df6-0ea3b3d071e3" providerId="ADAL" clId="{09CC5DB8-C7F5-8A48-9EBB-AD0BAA2EBE84}" dt="2024-11-27T17:26:17.798" v="30"/>
        <pc:sldMkLst>
          <pc:docMk/>
          <pc:sldMk cId="3575644651" sldId="68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Yogesh Sharma" userId="b1a13ba1-1220-4868-8df6-0ea3b3d071e3" providerId="ADAL" clId="{09CC5DB8-C7F5-8A48-9EBB-AD0BAA2EBE84}" dt="2024-11-27T17:26:17.798" v="30"/>
              <pc2:cmMkLst xmlns:pc2="http://schemas.microsoft.com/office/powerpoint/2019/9/main/command">
                <pc:docMk/>
                <pc:sldMk cId="3575644651" sldId="682"/>
                <pc2:cmMk id="{6414B951-5514-D242-9DCC-EF964A6B2CD9}"/>
              </pc2:cmMkLst>
            </pc226:cmChg>
          </p:ext>
        </pc:extLst>
      </pc:sldChg>
      <pc:sldChg chg="addCm">
        <pc:chgData name="Yogesh Sharma" userId="b1a13ba1-1220-4868-8df6-0ea3b3d071e3" providerId="ADAL" clId="{09CC5DB8-C7F5-8A48-9EBB-AD0BAA2EBE84}" dt="2024-11-27T17:31:50.747" v="34"/>
        <pc:sldMkLst>
          <pc:docMk/>
          <pc:sldMk cId="4177315427" sldId="68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Yogesh Sharma" userId="b1a13ba1-1220-4868-8df6-0ea3b3d071e3" providerId="ADAL" clId="{09CC5DB8-C7F5-8A48-9EBB-AD0BAA2EBE84}" dt="2024-11-27T17:31:50.747" v="34"/>
              <pc2:cmMkLst xmlns:pc2="http://schemas.microsoft.com/office/powerpoint/2019/9/main/command">
                <pc:docMk/>
                <pc:sldMk cId="4177315427" sldId="684"/>
                <pc2:cmMk id="{DFA5F5C6-6500-6448-86E9-50060D0776C1}"/>
              </pc2:cmMkLst>
            </pc226:cmChg>
          </p:ext>
        </pc:extLst>
      </pc:sldChg>
      <pc:sldChg chg="addCm modCm">
        <pc:chgData name="Yogesh Sharma" userId="b1a13ba1-1220-4868-8df6-0ea3b3d071e3" providerId="ADAL" clId="{09CC5DB8-C7F5-8A48-9EBB-AD0BAA2EBE84}" dt="2024-11-27T17:30:37.666" v="33"/>
        <pc:sldMkLst>
          <pc:docMk/>
          <pc:sldMk cId="2442100208" sldId="68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Yogesh Sharma" userId="b1a13ba1-1220-4868-8df6-0ea3b3d071e3" providerId="ADAL" clId="{09CC5DB8-C7F5-8A48-9EBB-AD0BAA2EBE84}" dt="2024-11-27T17:25:12.168" v="28"/>
              <pc2:cmMkLst xmlns:pc2="http://schemas.microsoft.com/office/powerpoint/2019/9/main/command">
                <pc:docMk/>
                <pc:sldMk cId="2442100208" sldId="685"/>
                <pc2:cmMk id="{6900C40A-B7D3-8341-931E-6E064A63DCCA}"/>
              </pc2:cmMkLst>
            </pc226:cmChg>
            <pc226:cmChg xmlns:pc226="http://schemas.microsoft.com/office/powerpoint/2022/06/main/command" chg="add">
              <pc226:chgData name="Yogesh Sharma" userId="b1a13ba1-1220-4868-8df6-0ea3b3d071e3" providerId="ADAL" clId="{09CC5DB8-C7F5-8A48-9EBB-AD0BAA2EBE84}" dt="2024-11-27T17:30:37.666" v="33"/>
              <pc2:cmMkLst xmlns:pc2="http://schemas.microsoft.com/office/powerpoint/2019/9/main/command">
                <pc:docMk/>
                <pc:sldMk cId="2442100208" sldId="685"/>
                <pc2:cmMk id="{942F532D-1B62-2F48-9864-109251088423}"/>
              </pc2:cmMkLst>
            </pc226:cmChg>
            <pc226:cmChg xmlns:pc226="http://schemas.microsoft.com/office/powerpoint/2022/06/main/command" chg="add mod">
              <pc226:chgData name="Yogesh Sharma" userId="b1a13ba1-1220-4868-8df6-0ea3b3d071e3" providerId="ADAL" clId="{09CC5DB8-C7F5-8A48-9EBB-AD0BAA2EBE84}" dt="2024-11-27T17:29:34.643" v="32"/>
              <pc2:cmMkLst xmlns:pc2="http://schemas.microsoft.com/office/powerpoint/2019/9/main/command">
                <pc:docMk/>
                <pc:sldMk cId="2442100208" sldId="685"/>
                <pc2:cmMk id="{2513EDD8-5A55-2A4D-90B7-1E7946554E99}"/>
              </pc2:cmMkLst>
            </pc226:cmChg>
          </p:ext>
        </pc:extLst>
      </pc:sldChg>
    </pc:docChg>
  </pc:docChgLst>
  <pc:docChgLst>
    <pc:chgData name="Muhammad Shahab" userId="3858d5d1-a005-4192-b038-be79b40b3efe" providerId="ADAL" clId="{6661AD6E-786A-4135-8F3A-B9F1D2C43B4B}"/>
    <pc:docChg chg="undo redo custSel addSld delSld modSld sldOrd modSection">
      <pc:chgData name="Muhammad Shahab" userId="3858d5d1-a005-4192-b038-be79b40b3efe" providerId="ADAL" clId="{6661AD6E-786A-4135-8F3A-B9F1D2C43B4B}" dt="2025-02-10T18:26:50.337" v="1173" actId="20577"/>
      <pc:docMkLst>
        <pc:docMk/>
      </pc:docMkLst>
      <pc:sldChg chg="modNotesTx">
        <pc:chgData name="Muhammad Shahab" userId="3858d5d1-a005-4192-b038-be79b40b3efe" providerId="ADAL" clId="{6661AD6E-786A-4135-8F3A-B9F1D2C43B4B}" dt="2025-02-09T22:39:58.859" v="0"/>
        <pc:sldMkLst>
          <pc:docMk/>
          <pc:sldMk cId="2389738475" sldId="264"/>
        </pc:sldMkLst>
      </pc:sldChg>
      <pc:sldChg chg="del">
        <pc:chgData name="Muhammad Shahab" userId="3858d5d1-a005-4192-b038-be79b40b3efe" providerId="ADAL" clId="{6661AD6E-786A-4135-8F3A-B9F1D2C43B4B}" dt="2025-02-09T22:51:00.880" v="343" actId="47"/>
        <pc:sldMkLst>
          <pc:docMk/>
          <pc:sldMk cId="494398413" sldId="270"/>
        </pc:sldMkLst>
      </pc:sldChg>
      <pc:sldChg chg="addSp modSp mod">
        <pc:chgData name="Muhammad Shahab" userId="3858d5d1-a005-4192-b038-be79b40b3efe" providerId="ADAL" clId="{6661AD6E-786A-4135-8F3A-B9F1D2C43B4B}" dt="2025-02-10T00:55:29.141" v="1099" actId="1076"/>
        <pc:sldMkLst>
          <pc:docMk/>
          <pc:sldMk cId="2852217023" sldId="489"/>
        </pc:sldMkLst>
        <pc:spChg chg="mod">
          <ac:chgData name="Muhammad Shahab" userId="3858d5d1-a005-4192-b038-be79b40b3efe" providerId="ADAL" clId="{6661AD6E-786A-4135-8F3A-B9F1D2C43B4B}" dt="2025-02-10T00:55:18.990" v="1063" actId="1035"/>
          <ac:spMkLst>
            <pc:docMk/>
            <pc:sldMk cId="2852217023" sldId="489"/>
            <ac:spMk id="2" creationId="{D027CA9F-2777-9A40-818F-806CFCAC968B}"/>
          </ac:spMkLst>
        </pc:spChg>
        <pc:spChg chg="add">
          <ac:chgData name="Muhammad Shahab" userId="3858d5d1-a005-4192-b038-be79b40b3efe" providerId="ADAL" clId="{6661AD6E-786A-4135-8F3A-B9F1D2C43B4B}" dt="2025-02-10T00:54:29.103" v="1011"/>
          <ac:spMkLst>
            <pc:docMk/>
            <pc:sldMk cId="2852217023" sldId="489"/>
            <ac:spMk id="3" creationId="{5287E3C1-F8DE-8D75-8A87-C27D113CBBC1}"/>
          </ac:spMkLst>
        </pc:spChg>
        <pc:spChg chg="mod">
          <ac:chgData name="Muhammad Shahab" userId="3858d5d1-a005-4192-b038-be79b40b3efe" providerId="ADAL" clId="{6661AD6E-786A-4135-8F3A-B9F1D2C43B4B}" dt="2025-02-10T00:55:07.621" v="1019" actId="1076"/>
          <ac:spMkLst>
            <pc:docMk/>
            <pc:sldMk cId="2852217023" sldId="489"/>
            <ac:spMk id="6" creationId="{914426E6-40D3-18FA-F948-A86FB5420268}"/>
          </ac:spMkLst>
        </pc:spChg>
        <pc:picChg chg="add mod">
          <ac:chgData name="Muhammad Shahab" userId="3858d5d1-a005-4192-b038-be79b40b3efe" providerId="ADAL" clId="{6661AD6E-786A-4135-8F3A-B9F1D2C43B4B}" dt="2025-02-10T00:55:29.141" v="1099" actId="1076"/>
          <ac:picMkLst>
            <pc:docMk/>
            <pc:sldMk cId="2852217023" sldId="489"/>
            <ac:picMk id="7" creationId="{89AD8B81-CE41-E8D2-3038-9574590090CA}"/>
          </ac:picMkLst>
        </pc:picChg>
        <pc:picChg chg="mod">
          <ac:chgData name="Muhammad Shahab" userId="3858d5d1-a005-4192-b038-be79b40b3efe" providerId="ADAL" clId="{6661AD6E-786A-4135-8F3A-B9F1D2C43B4B}" dt="2025-02-10T00:55:24.332" v="1098" actId="1036"/>
          <ac:picMkLst>
            <pc:docMk/>
            <pc:sldMk cId="2852217023" sldId="489"/>
            <ac:picMk id="6152" creationId="{FD92E5EA-BAA7-FD19-60B5-04FA9BE17AE1}"/>
          </ac:picMkLst>
        </pc:picChg>
      </pc:sldChg>
      <pc:sldChg chg="addSp delSp modSp mod chgLayout modNotesTx">
        <pc:chgData name="Muhammad Shahab" userId="3858d5d1-a005-4192-b038-be79b40b3efe" providerId="ADAL" clId="{6661AD6E-786A-4135-8F3A-B9F1D2C43B4B}" dt="2025-02-09T22:48:56.689" v="327" actId="1076"/>
        <pc:sldMkLst>
          <pc:docMk/>
          <pc:sldMk cId="295129055" sldId="697"/>
        </pc:sldMkLst>
        <pc:spChg chg="add mod ord">
          <ac:chgData name="Muhammad Shahab" userId="3858d5d1-a005-4192-b038-be79b40b3efe" providerId="ADAL" clId="{6661AD6E-786A-4135-8F3A-B9F1D2C43B4B}" dt="2025-02-09T22:47:03.427" v="295" actId="14100"/>
          <ac:spMkLst>
            <pc:docMk/>
            <pc:sldMk cId="295129055" sldId="697"/>
            <ac:spMk id="2" creationId="{F6F765AC-2CA7-0220-412B-87BE48A9320D}"/>
          </ac:spMkLst>
        </pc:spChg>
        <pc:spChg chg="add del mod ord">
          <ac:chgData name="Muhammad Shahab" userId="3858d5d1-a005-4192-b038-be79b40b3efe" providerId="ADAL" clId="{6661AD6E-786A-4135-8F3A-B9F1D2C43B4B}" dt="2025-02-09T22:41:09.205" v="17" actId="478"/>
          <ac:spMkLst>
            <pc:docMk/>
            <pc:sldMk cId="295129055" sldId="697"/>
            <ac:spMk id="3" creationId="{AD6BED0C-BD2E-AF33-F84A-9A20FAFBA3CD}"/>
          </ac:spMkLst>
        </pc:spChg>
        <pc:spChg chg="mod ord">
          <ac:chgData name="Muhammad Shahab" userId="3858d5d1-a005-4192-b038-be79b40b3efe" providerId="ADAL" clId="{6661AD6E-786A-4135-8F3A-B9F1D2C43B4B}" dt="2025-02-09T22:41:28.690" v="21"/>
          <ac:spMkLst>
            <pc:docMk/>
            <pc:sldMk cId="295129055" sldId="697"/>
            <ac:spMk id="4" creationId="{E7989577-AB00-9A28-FDFE-45FE87A145B2}"/>
          </ac:spMkLst>
        </pc:spChg>
        <pc:picChg chg="add mod">
          <ac:chgData name="Muhammad Shahab" userId="3858d5d1-a005-4192-b038-be79b40b3efe" providerId="ADAL" clId="{6661AD6E-786A-4135-8F3A-B9F1D2C43B4B}" dt="2025-02-09T22:48:35.544" v="322" actId="1076"/>
          <ac:picMkLst>
            <pc:docMk/>
            <pc:sldMk cId="295129055" sldId="697"/>
            <ac:picMk id="5" creationId="{C565D81C-7C20-7789-FAEF-F306648D117A}"/>
          </ac:picMkLst>
        </pc:picChg>
        <pc:picChg chg="mod">
          <ac:chgData name="Muhammad Shahab" userId="3858d5d1-a005-4192-b038-be79b40b3efe" providerId="ADAL" clId="{6661AD6E-786A-4135-8F3A-B9F1D2C43B4B}" dt="2025-02-09T22:48:33.458" v="321" actId="1076"/>
          <ac:picMkLst>
            <pc:docMk/>
            <pc:sldMk cId="295129055" sldId="697"/>
            <ac:picMk id="6" creationId="{B608EF65-098F-180A-A658-4FC6814E9997}"/>
          </ac:picMkLst>
        </pc:picChg>
        <pc:picChg chg="mod">
          <ac:chgData name="Muhammad Shahab" userId="3858d5d1-a005-4192-b038-be79b40b3efe" providerId="ADAL" clId="{6661AD6E-786A-4135-8F3A-B9F1D2C43B4B}" dt="2025-02-09T22:48:33.458" v="321" actId="1076"/>
          <ac:picMkLst>
            <pc:docMk/>
            <pc:sldMk cId="295129055" sldId="697"/>
            <ac:picMk id="7" creationId="{EFD7A7AE-FA65-8906-CB2F-8AFF598215A7}"/>
          </ac:picMkLst>
        </pc:picChg>
        <pc:picChg chg="mod">
          <ac:chgData name="Muhammad Shahab" userId="3858d5d1-a005-4192-b038-be79b40b3efe" providerId="ADAL" clId="{6661AD6E-786A-4135-8F3A-B9F1D2C43B4B}" dt="2025-02-09T22:48:33.458" v="321" actId="1076"/>
          <ac:picMkLst>
            <pc:docMk/>
            <pc:sldMk cId="295129055" sldId="697"/>
            <ac:picMk id="8" creationId="{86CA531E-6B9F-A625-A16C-FAB78CC8F6D6}"/>
          </ac:picMkLst>
        </pc:picChg>
        <pc:picChg chg="mod">
          <ac:chgData name="Muhammad Shahab" userId="3858d5d1-a005-4192-b038-be79b40b3efe" providerId="ADAL" clId="{6661AD6E-786A-4135-8F3A-B9F1D2C43B4B}" dt="2025-02-09T22:48:33.458" v="321" actId="1076"/>
          <ac:picMkLst>
            <pc:docMk/>
            <pc:sldMk cId="295129055" sldId="697"/>
            <ac:picMk id="9" creationId="{1561A825-8E69-B9B0-79EA-BDAB7FA70CB6}"/>
          </ac:picMkLst>
        </pc:picChg>
        <pc:picChg chg="add mod">
          <ac:chgData name="Muhammad Shahab" userId="3858d5d1-a005-4192-b038-be79b40b3efe" providerId="ADAL" clId="{6661AD6E-786A-4135-8F3A-B9F1D2C43B4B}" dt="2025-02-09T22:47:05.138" v="301" actId="14100"/>
          <ac:picMkLst>
            <pc:docMk/>
            <pc:sldMk cId="295129055" sldId="697"/>
            <ac:picMk id="10" creationId="{727E2110-2D24-A35B-F823-C38B108A0685}"/>
          </ac:picMkLst>
        </pc:picChg>
        <pc:picChg chg="add mod">
          <ac:chgData name="Muhammad Shahab" userId="3858d5d1-a005-4192-b038-be79b40b3efe" providerId="ADAL" clId="{6661AD6E-786A-4135-8F3A-B9F1D2C43B4B}" dt="2025-02-09T22:48:56.689" v="327" actId="1076"/>
          <ac:picMkLst>
            <pc:docMk/>
            <pc:sldMk cId="295129055" sldId="697"/>
            <ac:picMk id="11" creationId="{E355518E-9B04-B668-5847-CCA5003E1D48}"/>
          </ac:picMkLst>
        </pc:picChg>
        <pc:picChg chg="add del mod">
          <ac:chgData name="Muhammad Shahab" userId="3858d5d1-a005-4192-b038-be79b40b3efe" providerId="ADAL" clId="{6661AD6E-786A-4135-8F3A-B9F1D2C43B4B}" dt="2025-02-09T22:48:48.297" v="326" actId="1076"/>
          <ac:picMkLst>
            <pc:docMk/>
            <pc:sldMk cId="295129055" sldId="697"/>
            <ac:picMk id="1026" creationId="{D5D253DF-019E-24E0-7565-B562AF15903F}"/>
          </ac:picMkLst>
        </pc:picChg>
      </pc:sldChg>
      <pc:sldChg chg="addSp delSp modSp mod chgLayout">
        <pc:chgData name="Muhammad Shahab" userId="3858d5d1-a005-4192-b038-be79b40b3efe" providerId="ADAL" clId="{6661AD6E-786A-4135-8F3A-B9F1D2C43B4B}" dt="2025-02-10T03:05:55.466" v="1149" actId="113"/>
        <pc:sldMkLst>
          <pc:docMk/>
          <pc:sldMk cId="1216281402" sldId="703"/>
        </pc:sldMkLst>
        <pc:spChg chg="add del mod ord">
          <ac:chgData name="Muhammad Shahab" userId="3858d5d1-a005-4192-b038-be79b40b3efe" providerId="ADAL" clId="{6661AD6E-786A-4135-8F3A-B9F1D2C43B4B}" dt="2025-02-09T22:55:10.599" v="412" actId="26606"/>
          <ac:spMkLst>
            <pc:docMk/>
            <pc:sldMk cId="1216281402" sldId="703"/>
            <ac:spMk id="2" creationId="{B28ECC0A-A547-7B3A-86C2-0BC5EE0E4EEA}"/>
          </ac:spMkLst>
        </pc:spChg>
        <pc:spChg chg="add del mod ord">
          <ac:chgData name="Muhammad Shahab" userId="3858d5d1-a005-4192-b038-be79b40b3efe" providerId="ADAL" clId="{6661AD6E-786A-4135-8F3A-B9F1D2C43B4B}" dt="2025-02-09T22:55:10.599" v="412" actId="26606"/>
          <ac:spMkLst>
            <pc:docMk/>
            <pc:sldMk cId="1216281402" sldId="703"/>
            <ac:spMk id="3" creationId="{6CACF9B6-F62D-600F-B92F-0C1AF9297D9C}"/>
          </ac:spMkLst>
        </pc:spChg>
        <pc:spChg chg="mod ord">
          <ac:chgData name="Muhammad Shahab" userId="3858d5d1-a005-4192-b038-be79b40b3efe" providerId="ADAL" clId="{6661AD6E-786A-4135-8F3A-B9F1D2C43B4B}" dt="2025-02-09T22:55:10.599" v="412" actId="26606"/>
          <ac:spMkLst>
            <pc:docMk/>
            <pc:sldMk cId="1216281402" sldId="703"/>
            <ac:spMk id="4" creationId="{E7989577-AB00-9A28-FDFE-45FE87A145B2}"/>
          </ac:spMkLst>
        </pc:spChg>
        <pc:spChg chg="add mod">
          <ac:chgData name="Muhammad Shahab" userId="3858d5d1-a005-4192-b038-be79b40b3efe" providerId="ADAL" clId="{6661AD6E-786A-4135-8F3A-B9F1D2C43B4B}" dt="2025-02-10T03:05:55.466" v="1149" actId="113"/>
          <ac:spMkLst>
            <pc:docMk/>
            <pc:sldMk cId="1216281402" sldId="703"/>
            <ac:spMk id="1031" creationId="{2B54D474-E319-CB7C-6E61-CBAF2281F047}"/>
          </ac:spMkLst>
        </pc:spChg>
        <pc:picChg chg="mod">
          <ac:chgData name="Muhammad Shahab" userId="3858d5d1-a005-4192-b038-be79b40b3efe" providerId="ADAL" clId="{6661AD6E-786A-4135-8F3A-B9F1D2C43B4B}" dt="2025-02-09T23:00:24.889" v="585" actId="1076"/>
          <ac:picMkLst>
            <pc:docMk/>
            <pc:sldMk cId="1216281402" sldId="703"/>
            <ac:picMk id="1026" creationId="{F9FC2D23-1EE3-6203-EB23-D31EA73201DD}"/>
          </ac:picMkLst>
        </pc:picChg>
      </pc:sldChg>
      <pc:sldChg chg="del ord">
        <pc:chgData name="Muhammad Shahab" userId="3858d5d1-a005-4192-b038-be79b40b3efe" providerId="ADAL" clId="{6661AD6E-786A-4135-8F3A-B9F1D2C43B4B}" dt="2025-02-09T22:54:34.996" v="406" actId="47"/>
        <pc:sldMkLst>
          <pc:docMk/>
          <pc:sldMk cId="2976011836" sldId="704"/>
        </pc:sldMkLst>
      </pc:sldChg>
      <pc:sldChg chg="del">
        <pc:chgData name="Muhammad Shahab" userId="3858d5d1-a005-4192-b038-be79b40b3efe" providerId="ADAL" clId="{6661AD6E-786A-4135-8F3A-B9F1D2C43B4B}" dt="2025-02-10T00:48:04.407" v="996" actId="47"/>
        <pc:sldMkLst>
          <pc:docMk/>
          <pc:sldMk cId="3991612747" sldId="705"/>
        </pc:sldMkLst>
      </pc:sldChg>
      <pc:sldChg chg="del">
        <pc:chgData name="Muhammad Shahab" userId="3858d5d1-a005-4192-b038-be79b40b3efe" providerId="ADAL" clId="{6661AD6E-786A-4135-8F3A-B9F1D2C43B4B}" dt="2025-02-10T00:48:01.964" v="995" actId="47"/>
        <pc:sldMkLst>
          <pc:docMk/>
          <pc:sldMk cId="3235825087" sldId="706"/>
        </pc:sldMkLst>
      </pc:sldChg>
      <pc:sldChg chg="del">
        <pc:chgData name="Muhammad Shahab" userId="3858d5d1-a005-4192-b038-be79b40b3efe" providerId="ADAL" clId="{6661AD6E-786A-4135-8F3A-B9F1D2C43B4B}" dt="2025-02-10T00:48:01.964" v="995" actId="47"/>
        <pc:sldMkLst>
          <pc:docMk/>
          <pc:sldMk cId="1584652846" sldId="707"/>
        </pc:sldMkLst>
      </pc:sldChg>
      <pc:sldChg chg="del">
        <pc:chgData name="Muhammad Shahab" userId="3858d5d1-a005-4192-b038-be79b40b3efe" providerId="ADAL" clId="{6661AD6E-786A-4135-8F3A-B9F1D2C43B4B}" dt="2025-02-10T00:48:01.964" v="995" actId="47"/>
        <pc:sldMkLst>
          <pc:docMk/>
          <pc:sldMk cId="3249489881" sldId="708"/>
        </pc:sldMkLst>
      </pc:sldChg>
      <pc:sldChg chg="del">
        <pc:chgData name="Muhammad Shahab" userId="3858d5d1-a005-4192-b038-be79b40b3efe" providerId="ADAL" clId="{6661AD6E-786A-4135-8F3A-B9F1D2C43B4B}" dt="2025-02-10T00:48:01.964" v="995" actId="47"/>
        <pc:sldMkLst>
          <pc:docMk/>
          <pc:sldMk cId="2433847013" sldId="709"/>
        </pc:sldMkLst>
      </pc:sldChg>
      <pc:sldChg chg="del">
        <pc:chgData name="Muhammad Shahab" userId="3858d5d1-a005-4192-b038-be79b40b3efe" providerId="ADAL" clId="{6661AD6E-786A-4135-8F3A-B9F1D2C43B4B}" dt="2025-02-10T00:48:09.449" v="997" actId="47"/>
        <pc:sldMkLst>
          <pc:docMk/>
          <pc:sldMk cId="2963500128" sldId="711"/>
        </pc:sldMkLst>
      </pc:sldChg>
      <pc:sldChg chg="del">
        <pc:chgData name="Muhammad Shahab" userId="3858d5d1-a005-4192-b038-be79b40b3efe" providerId="ADAL" clId="{6661AD6E-786A-4135-8F3A-B9F1D2C43B4B}" dt="2025-02-10T00:48:01.964" v="995" actId="47"/>
        <pc:sldMkLst>
          <pc:docMk/>
          <pc:sldMk cId="1652380556" sldId="712"/>
        </pc:sldMkLst>
      </pc:sldChg>
      <pc:sldChg chg="addSp delSp modSp add mod modNotesTx">
        <pc:chgData name="Muhammad Shahab" userId="3858d5d1-a005-4192-b038-be79b40b3efe" providerId="ADAL" clId="{6661AD6E-786A-4135-8F3A-B9F1D2C43B4B}" dt="2025-02-09T22:54:04.160" v="405" actId="20577"/>
        <pc:sldMkLst>
          <pc:docMk/>
          <pc:sldMk cId="1285140145" sldId="713"/>
        </pc:sldMkLst>
        <pc:spChg chg="mod">
          <ac:chgData name="Muhammad Shahab" userId="3858d5d1-a005-4192-b038-be79b40b3efe" providerId="ADAL" clId="{6661AD6E-786A-4135-8F3A-B9F1D2C43B4B}" dt="2025-02-09T22:54:04.160" v="405" actId="20577"/>
          <ac:spMkLst>
            <pc:docMk/>
            <pc:sldMk cId="1285140145" sldId="713"/>
            <ac:spMk id="2" creationId="{E1D13F5E-C18D-CCB1-DAC6-A8BC05FFC358}"/>
          </ac:spMkLst>
        </pc:spChg>
        <pc:spChg chg="mod">
          <ac:chgData name="Muhammad Shahab" userId="3858d5d1-a005-4192-b038-be79b40b3efe" providerId="ADAL" clId="{6661AD6E-786A-4135-8F3A-B9F1D2C43B4B}" dt="2025-02-09T22:50:15.935" v="333"/>
          <ac:spMkLst>
            <pc:docMk/>
            <pc:sldMk cId="1285140145" sldId="713"/>
            <ac:spMk id="4" creationId="{351B03A0-63A4-EFF3-211C-530D1ED32E52}"/>
          </ac:spMkLst>
        </pc:spChg>
        <pc:picChg chg="add mod">
          <ac:chgData name="Muhammad Shahab" userId="3858d5d1-a005-4192-b038-be79b40b3efe" providerId="ADAL" clId="{6661AD6E-786A-4135-8F3A-B9F1D2C43B4B}" dt="2025-02-09T22:52:24.617" v="362" actId="1076"/>
          <ac:picMkLst>
            <pc:docMk/>
            <pc:sldMk cId="1285140145" sldId="713"/>
            <ac:picMk id="3" creationId="{733354A8-271F-1750-5547-EC8B3870DD14}"/>
          </ac:picMkLst>
        </pc:picChg>
        <pc:picChg chg="del">
          <ac:chgData name="Muhammad Shahab" userId="3858d5d1-a005-4192-b038-be79b40b3efe" providerId="ADAL" clId="{6661AD6E-786A-4135-8F3A-B9F1D2C43B4B}" dt="2025-02-09T22:51:26.258" v="346" actId="478"/>
          <ac:picMkLst>
            <pc:docMk/>
            <pc:sldMk cId="1285140145" sldId="713"/>
            <ac:picMk id="5" creationId="{1417147B-2496-1E2A-D31F-20EC5C2E7EC4}"/>
          </ac:picMkLst>
        </pc:picChg>
        <pc:picChg chg="del">
          <ac:chgData name="Muhammad Shahab" userId="3858d5d1-a005-4192-b038-be79b40b3efe" providerId="ADAL" clId="{6661AD6E-786A-4135-8F3A-B9F1D2C43B4B}" dt="2025-02-09T22:51:32.070" v="350" actId="478"/>
          <ac:picMkLst>
            <pc:docMk/>
            <pc:sldMk cId="1285140145" sldId="713"/>
            <ac:picMk id="6" creationId="{F8E7BC8C-71F4-19EB-782F-51B506FDCE64}"/>
          </ac:picMkLst>
        </pc:picChg>
        <pc:picChg chg="del">
          <ac:chgData name="Muhammad Shahab" userId="3858d5d1-a005-4192-b038-be79b40b3efe" providerId="ADAL" clId="{6661AD6E-786A-4135-8F3A-B9F1D2C43B4B}" dt="2025-02-09T22:51:32.070" v="350" actId="478"/>
          <ac:picMkLst>
            <pc:docMk/>
            <pc:sldMk cId="1285140145" sldId="713"/>
            <ac:picMk id="7" creationId="{C2420465-3B20-2459-60D5-35AA5D2BB5AC}"/>
          </ac:picMkLst>
        </pc:picChg>
        <pc:picChg chg="del">
          <ac:chgData name="Muhammad Shahab" userId="3858d5d1-a005-4192-b038-be79b40b3efe" providerId="ADAL" clId="{6661AD6E-786A-4135-8F3A-B9F1D2C43B4B}" dt="2025-02-09T22:51:32.070" v="350" actId="478"/>
          <ac:picMkLst>
            <pc:docMk/>
            <pc:sldMk cId="1285140145" sldId="713"/>
            <ac:picMk id="8" creationId="{4A0CD658-5F05-4230-E623-3D1F49F2F939}"/>
          </ac:picMkLst>
        </pc:picChg>
        <pc:picChg chg="del">
          <ac:chgData name="Muhammad Shahab" userId="3858d5d1-a005-4192-b038-be79b40b3efe" providerId="ADAL" clId="{6661AD6E-786A-4135-8F3A-B9F1D2C43B4B}" dt="2025-02-09T22:51:32.070" v="350" actId="478"/>
          <ac:picMkLst>
            <pc:docMk/>
            <pc:sldMk cId="1285140145" sldId="713"/>
            <ac:picMk id="9" creationId="{16B063B0-A71D-5DFE-A717-947451044327}"/>
          </ac:picMkLst>
        </pc:picChg>
        <pc:picChg chg="add mod">
          <ac:chgData name="Muhammad Shahab" userId="3858d5d1-a005-4192-b038-be79b40b3efe" providerId="ADAL" clId="{6661AD6E-786A-4135-8F3A-B9F1D2C43B4B}" dt="2025-02-09T22:52:22.297" v="361" actId="1076"/>
          <ac:picMkLst>
            <pc:docMk/>
            <pc:sldMk cId="1285140145" sldId="713"/>
            <ac:picMk id="10" creationId="{D5FCDBA4-E7F6-5E1D-11D7-98B4DCC5342A}"/>
          </ac:picMkLst>
        </pc:picChg>
        <pc:picChg chg="del">
          <ac:chgData name="Muhammad Shahab" userId="3858d5d1-a005-4192-b038-be79b40b3efe" providerId="ADAL" clId="{6661AD6E-786A-4135-8F3A-B9F1D2C43B4B}" dt="2025-02-09T22:50:19.403" v="334" actId="478"/>
          <ac:picMkLst>
            <pc:docMk/>
            <pc:sldMk cId="1285140145" sldId="713"/>
            <ac:picMk id="11" creationId="{25F50AE2-461D-5D5B-0E29-0F54B3F51C3B}"/>
          </ac:picMkLst>
        </pc:picChg>
        <pc:picChg chg="add mod">
          <ac:chgData name="Muhammad Shahab" userId="3858d5d1-a005-4192-b038-be79b40b3efe" providerId="ADAL" clId="{6661AD6E-786A-4135-8F3A-B9F1D2C43B4B}" dt="2025-02-09T22:53:00.465" v="370" actId="1076"/>
          <ac:picMkLst>
            <pc:docMk/>
            <pc:sldMk cId="1285140145" sldId="713"/>
            <ac:picMk id="12" creationId="{24583051-DC88-BFBF-3DD1-33ECE78E2C45}"/>
          </ac:picMkLst>
        </pc:picChg>
        <pc:picChg chg="add mod">
          <ac:chgData name="Muhammad Shahab" userId="3858d5d1-a005-4192-b038-be79b40b3efe" providerId="ADAL" clId="{6661AD6E-786A-4135-8F3A-B9F1D2C43B4B}" dt="2025-02-09T22:53:16.945" v="373" actId="1076"/>
          <ac:picMkLst>
            <pc:docMk/>
            <pc:sldMk cId="1285140145" sldId="713"/>
            <ac:picMk id="13" creationId="{49AA7872-798A-BC40-CA52-112288FE50FA}"/>
          </ac:picMkLst>
        </pc:picChg>
        <pc:picChg chg="del">
          <ac:chgData name="Muhammad Shahab" userId="3858d5d1-a005-4192-b038-be79b40b3efe" providerId="ADAL" clId="{6661AD6E-786A-4135-8F3A-B9F1D2C43B4B}" dt="2025-02-09T22:51:32.814" v="351" actId="478"/>
          <ac:picMkLst>
            <pc:docMk/>
            <pc:sldMk cId="1285140145" sldId="713"/>
            <ac:picMk id="1026" creationId="{053326AC-CC4B-AE71-012D-D7DE44C345E7}"/>
          </ac:picMkLst>
        </pc:picChg>
      </pc:sldChg>
      <pc:sldChg chg="addSp delSp modSp add mod">
        <pc:chgData name="Muhammad Shahab" userId="3858d5d1-a005-4192-b038-be79b40b3efe" providerId="ADAL" clId="{6661AD6E-786A-4135-8F3A-B9F1D2C43B4B}" dt="2025-02-09T23:00:56.577" v="591" actId="1076"/>
        <pc:sldMkLst>
          <pc:docMk/>
          <pc:sldMk cId="1674473483" sldId="714"/>
        </pc:sldMkLst>
        <pc:spChg chg="add del mod">
          <ac:chgData name="Muhammad Shahab" userId="3858d5d1-a005-4192-b038-be79b40b3efe" providerId="ADAL" clId="{6661AD6E-786A-4135-8F3A-B9F1D2C43B4B}" dt="2025-02-09T23:00:31.637" v="589" actId="478"/>
          <ac:spMkLst>
            <pc:docMk/>
            <pc:sldMk cId="1674473483" sldId="714"/>
            <ac:spMk id="3" creationId="{14C41F51-417A-1F3A-455F-D6F6E23AAF76}"/>
          </ac:spMkLst>
        </pc:spChg>
        <pc:spChg chg="del">
          <ac:chgData name="Muhammad Shahab" userId="3858d5d1-a005-4192-b038-be79b40b3efe" providerId="ADAL" clId="{6661AD6E-786A-4135-8F3A-B9F1D2C43B4B}" dt="2025-02-09T23:00:29.471" v="587" actId="478"/>
          <ac:spMkLst>
            <pc:docMk/>
            <pc:sldMk cId="1674473483" sldId="714"/>
            <ac:spMk id="1031" creationId="{F14586C2-2793-E81F-54D2-7DEFBEF62DCC}"/>
          </ac:spMkLst>
        </pc:spChg>
        <pc:picChg chg="del">
          <ac:chgData name="Muhammad Shahab" userId="3858d5d1-a005-4192-b038-be79b40b3efe" providerId="ADAL" clId="{6661AD6E-786A-4135-8F3A-B9F1D2C43B4B}" dt="2025-02-09T23:00:30.284" v="588" actId="478"/>
          <ac:picMkLst>
            <pc:docMk/>
            <pc:sldMk cId="1674473483" sldId="714"/>
            <ac:picMk id="1026" creationId="{B67608D2-62C5-FDB4-2A06-9D4516418F7A}"/>
          </ac:picMkLst>
        </pc:picChg>
        <pc:picChg chg="add mod">
          <ac:chgData name="Muhammad Shahab" userId="3858d5d1-a005-4192-b038-be79b40b3efe" providerId="ADAL" clId="{6661AD6E-786A-4135-8F3A-B9F1D2C43B4B}" dt="2025-02-09T23:00:56.577" v="591" actId="1076"/>
          <ac:picMkLst>
            <pc:docMk/>
            <pc:sldMk cId="1674473483" sldId="714"/>
            <ac:picMk id="2050" creationId="{1A523E70-8569-036D-53A4-7E38BD7E428A}"/>
          </ac:picMkLst>
        </pc:picChg>
      </pc:sldChg>
      <pc:sldChg chg="addSp delSp modSp add mod ord modNotesTx">
        <pc:chgData name="Muhammad Shahab" userId="3858d5d1-a005-4192-b038-be79b40b3efe" providerId="ADAL" clId="{6661AD6E-786A-4135-8F3A-B9F1D2C43B4B}" dt="2025-02-10T03:01:14.594" v="1125" actId="1036"/>
        <pc:sldMkLst>
          <pc:docMk/>
          <pc:sldMk cId="857767288" sldId="715"/>
        </pc:sldMkLst>
        <pc:spChg chg="mod">
          <ac:chgData name="Muhammad Shahab" userId="3858d5d1-a005-4192-b038-be79b40b3efe" providerId="ADAL" clId="{6661AD6E-786A-4135-8F3A-B9F1D2C43B4B}" dt="2025-02-09T23:01:20.909" v="597"/>
          <ac:spMkLst>
            <pc:docMk/>
            <pc:sldMk cId="857767288" sldId="715"/>
            <ac:spMk id="4" creationId="{0E4A0027-5418-6D2B-A1A4-ADE8919CDAE8}"/>
          </ac:spMkLst>
        </pc:spChg>
        <pc:spChg chg="add mod">
          <ac:chgData name="Muhammad Shahab" userId="3858d5d1-a005-4192-b038-be79b40b3efe" providerId="ADAL" clId="{6661AD6E-786A-4135-8F3A-B9F1D2C43B4B}" dt="2025-02-10T00:51:51.149" v="1001" actId="1582"/>
          <ac:spMkLst>
            <pc:docMk/>
            <pc:sldMk cId="857767288" sldId="715"/>
            <ac:spMk id="5" creationId="{7A012883-8CD9-6F3C-A96A-7502E4CA6402}"/>
          </ac:spMkLst>
        </pc:spChg>
        <pc:spChg chg="add mod">
          <ac:chgData name="Muhammad Shahab" userId="3858d5d1-a005-4192-b038-be79b40b3efe" providerId="ADAL" clId="{6661AD6E-786A-4135-8F3A-B9F1D2C43B4B}" dt="2025-02-10T03:01:14.594" v="1125" actId="1036"/>
          <ac:spMkLst>
            <pc:docMk/>
            <pc:sldMk cId="857767288" sldId="715"/>
            <ac:spMk id="6" creationId="{E03B6505-851A-170A-6FBA-BFEFA3C994E8}"/>
          </ac:spMkLst>
        </pc:spChg>
        <pc:spChg chg="add mod">
          <ac:chgData name="Muhammad Shahab" userId="3858d5d1-a005-4192-b038-be79b40b3efe" providerId="ADAL" clId="{6661AD6E-786A-4135-8F3A-B9F1D2C43B4B}" dt="2025-02-10T00:52:06.593" v="1003" actId="1582"/>
          <ac:spMkLst>
            <pc:docMk/>
            <pc:sldMk cId="857767288" sldId="715"/>
            <ac:spMk id="7" creationId="{C1B1B8A1-C159-3559-F17C-28F843A06049}"/>
          </ac:spMkLst>
        </pc:spChg>
        <pc:spChg chg="add mod">
          <ac:chgData name="Muhammad Shahab" userId="3858d5d1-a005-4192-b038-be79b40b3efe" providerId="ADAL" clId="{6661AD6E-786A-4135-8F3A-B9F1D2C43B4B}" dt="2025-02-10T00:51:43.912" v="1000" actId="1582"/>
          <ac:spMkLst>
            <pc:docMk/>
            <pc:sldMk cId="857767288" sldId="715"/>
            <ac:spMk id="8" creationId="{ECD94C22-72D5-820D-E2DD-A9AA55F98218}"/>
          </ac:spMkLst>
        </pc:spChg>
        <pc:spChg chg="mod">
          <ac:chgData name="Muhammad Shahab" userId="3858d5d1-a005-4192-b038-be79b40b3efe" providerId="ADAL" clId="{6661AD6E-786A-4135-8F3A-B9F1D2C43B4B}" dt="2025-02-09T23:02:43.516" v="634" actId="403"/>
          <ac:spMkLst>
            <pc:docMk/>
            <pc:sldMk cId="857767288" sldId="715"/>
            <ac:spMk id="1031" creationId="{98596072-26A0-7AB1-9DC2-15191AB44F5A}"/>
          </ac:spMkLst>
        </pc:spChg>
        <pc:picChg chg="add mod">
          <ac:chgData name="Muhammad Shahab" userId="3858d5d1-a005-4192-b038-be79b40b3efe" providerId="ADAL" clId="{6661AD6E-786A-4135-8F3A-B9F1D2C43B4B}" dt="2025-02-09T23:06:44.605" v="660" actId="1076"/>
          <ac:picMkLst>
            <pc:docMk/>
            <pc:sldMk cId="857767288" sldId="715"/>
            <ac:picMk id="3" creationId="{70D02EE1-851C-0D88-75E4-3B49823EF200}"/>
          </ac:picMkLst>
        </pc:picChg>
        <pc:picChg chg="del">
          <ac:chgData name="Muhammad Shahab" userId="3858d5d1-a005-4192-b038-be79b40b3efe" providerId="ADAL" clId="{6661AD6E-786A-4135-8F3A-B9F1D2C43B4B}" dt="2025-02-09T23:02:46.509" v="635" actId="478"/>
          <ac:picMkLst>
            <pc:docMk/>
            <pc:sldMk cId="857767288" sldId="715"/>
            <ac:picMk id="1026" creationId="{846A1D8A-6930-005F-064B-F1AE877D803A}"/>
          </ac:picMkLst>
        </pc:picChg>
      </pc:sldChg>
      <pc:sldChg chg="addSp delSp modSp add mod modNotesTx">
        <pc:chgData name="Muhammad Shahab" userId="3858d5d1-a005-4192-b038-be79b40b3efe" providerId="ADAL" clId="{6661AD6E-786A-4135-8F3A-B9F1D2C43B4B}" dt="2025-02-10T03:08:45.303" v="1155" actId="108"/>
        <pc:sldMkLst>
          <pc:docMk/>
          <pc:sldMk cId="2545707662" sldId="716"/>
        </pc:sldMkLst>
        <pc:spChg chg="mod">
          <ac:chgData name="Muhammad Shahab" userId="3858d5d1-a005-4192-b038-be79b40b3efe" providerId="ADAL" clId="{6661AD6E-786A-4135-8F3A-B9F1D2C43B4B}" dt="2025-02-09T23:07:38.440" v="666"/>
          <ac:spMkLst>
            <pc:docMk/>
            <pc:sldMk cId="2545707662" sldId="716"/>
            <ac:spMk id="4" creationId="{D2844A4A-E8F3-B214-7FA6-105053AB972A}"/>
          </ac:spMkLst>
        </pc:spChg>
        <pc:spChg chg="del">
          <ac:chgData name="Muhammad Shahab" userId="3858d5d1-a005-4192-b038-be79b40b3efe" providerId="ADAL" clId="{6661AD6E-786A-4135-8F3A-B9F1D2C43B4B}" dt="2025-02-09T23:09:29.065" v="702" actId="478"/>
          <ac:spMkLst>
            <pc:docMk/>
            <pc:sldMk cId="2545707662" sldId="716"/>
            <ac:spMk id="5" creationId="{3AF1EABB-AE62-9DB7-F0B1-7D36149CE7AA}"/>
          </ac:spMkLst>
        </pc:spChg>
        <pc:spChg chg="del">
          <ac:chgData name="Muhammad Shahab" userId="3858d5d1-a005-4192-b038-be79b40b3efe" providerId="ADAL" clId="{6661AD6E-786A-4135-8F3A-B9F1D2C43B4B}" dt="2025-02-09T23:09:29.775" v="703" actId="478"/>
          <ac:spMkLst>
            <pc:docMk/>
            <pc:sldMk cId="2545707662" sldId="716"/>
            <ac:spMk id="6" creationId="{7785CECB-114D-1DBE-4174-D49FCAF62627}"/>
          </ac:spMkLst>
        </pc:spChg>
        <pc:spChg chg="del">
          <ac:chgData name="Muhammad Shahab" userId="3858d5d1-a005-4192-b038-be79b40b3efe" providerId="ADAL" clId="{6661AD6E-786A-4135-8F3A-B9F1D2C43B4B}" dt="2025-02-09T23:09:30.640" v="704" actId="478"/>
          <ac:spMkLst>
            <pc:docMk/>
            <pc:sldMk cId="2545707662" sldId="716"/>
            <ac:spMk id="7" creationId="{B16141D4-4E26-314F-E21C-DFAC7D8F7925}"/>
          </ac:spMkLst>
        </pc:spChg>
        <pc:spChg chg="del">
          <ac:chgData name="Muhammad Shahab" userId="3858d5d1-a005-4192-b038-be79b40b3efe" providerId="ADAL" clId="{6661AD6E-786A-4135-8F3A-B9F1D2C43B4B}" dt="2025-02-09T23:09:28.372" v="701" actId="478"/>
          <ac:spMkLst>
            <pc:docMk/>
            <pc:sldMk cId="2545707662" sldId="716"/>
            <ac:spMk id="8" creationId="{F6FF04EA-D47E-8361-826B-EAB760333187}"/>
          </ac:spMkLst>
        </pc:spChg>
        <pc:spChg chg="mod">
          <ac:chgData name="Muhammad Shahab" userId="3858d5d1-a005-4192-b038-be79b40b3efe" providerId="ADAL" clId="{6661AD6E-786A-4135-8F3A-B9F1D2C43B4B}" dt="2025-02-10T03:08:45.303" v="1155" actId="108"/>
          <ac:spMkLst>
            <pc:docMk/>
            <pc:sldMk cId="2545707662" sldId="716"/>
            <ac:spMk id="1031" creationId="{CA4D0628-DBAA-F84D-4ABF-F051C0639C1D}"/>
          </ac:spMkLst>
        </pc:spChg>
        <pc:picChg chg="del">
          <ac:chgData name="Muhammad Shahab" userId="3858d5d1-a005-4192-b038-be79b40b3efe" providerId="ADAL" clId="{6661AD6E-786A-4135-8F3A-B9F1D2C43B4B}" dt="2025-02-09T23:09:26.159" v="700" actId="478"/>
          <ac:picMkLst>
            <pc:docMk/>
            <pc:sldMk cId="2545707662" sldId="716"/>
            <ac:picMk id="3" creationId="{2431090C-FF0F-BF35-7C15-D79B9C84D309}"/>
          </ac:picMkLst>
        </pc:picChg>
        <pc:picChg chg="add mod">
          <ac:chgData name="Muhammad Shahab" userId="3858d5d1-a005-4192-b038-be79b40b3efe" providerId="ADAL" clId="{6661AD6E-786A-4135-8F3A-B9F1D2C43B4B}" dt="2025-02-09T23:11:26.209" v="800" actId="1076"/>
          <ac:picMkLst>
            <pc:docMk/>
            <pc:sldMk cId="2545707662" sldId="716"/>
            <ac:picMk id="3074" creationId="{7AB5148F-4D6F-644B-AE36-F9440F4C406D}"/>
          </ac:picMkLst>
        </pc:picChg>
      </pc:sldChg>
      <pc:sldChg chg="addSp delSp modSp add mod modNotesTx">
        <pc:chgData name="Muhammad Shahab" userId="3858d5d1-a005-4192-b038-be79b40b3efe" providerId="ADAL" clId="{6661AD6E-786A-4135-8F3A-B9F1D2C43B4B}" dt="2025-02-10T00:52:31.663" v="1004"/>
        <pc:sldMkLst>
          <pc:docMk/>
          <pc:sldMk cId="3227072806" sldId="717"/>
        </pc:sldMkLst>
        <pc:spChg chg="mod">
          <ac:chgData name="Muhammad Shahab" userId="3858d5d1-a005-4192-b038-be79b40b3efe" providerId="ADAL" clId="{6661AD6E-786A-4135-8F3A-B9F1D2C43B4B}" dt="2025-02-09T23:12:13.014" v="805"/>
          <ac:spMkLst>
            <pc:docMk/>
            <pc:sldMk cId="3227072806" sldId="717"/>
            <ac:spMk id="4" creationId="{4B89D1D4-83FA-6829-DF4C-602A145688C3}"/>
          </ac:spMkLst>
        </pc:spChg>
        <pc:spChg chg="mod">
          <ac:chgData name="Muhammad Shahab" userId="3858d5d1-a005-4192-b038-be79b40b3efe" providerId="ADAL" clId="{6661AD6E-786A-4135-8F3A-B9F1D2C43B4B}" dt="2025-02-09T23:14:03.946" v="847" actId="14100"/>
          <ac:spMkLst>
            <pc:docMk/>
            <pc:sldMk cId="3227072806" sldId="717"/>
            <ac:spMk id="1031" creationId="{3C4762B4-0B18-D3CF-F664-33565F78967C}"/>
          </ac:spMkLst>
        </pc:spChg>
        <pc:picChg chg="add mod">
          <ac:chgData name="Muhammad Shahab" userId="3858d5d1-a005-4192-b038-be79b40b3efe" providerId="ADAL" clId="{6661AD6E-786A-4135-8F3A-B9F1D2C43B4B}" dt="2025-02-09T23:13:58.105" v="846" actId="1076"/>
          <ac:picMkLst>
            <pc:docMk/>
            <pc:sldMk cId="3227072806" sldId="717"/>
            <ac:picMk id="2" creationId="{4BA14CFB-914E-4754-CF00-AB0F60ED058A}"/>
          </ac:picMkLst>
        </pc:picChg>
        <pc:picChg chg="add mod">
          <ac:chgData name="Muhammad Shahab" userId="3858d5d1-a005-4192-b038-be79b40b3efe" providerId="ADAL" clId="{6661AD6E-786A-4135-8F3A-B9F1D2C43B4B}" dt="2025-02-09T23:13:55.081" v="845" actId="1076"/>
          <ac:picMkLst>
            <pc:docMk/>
            <pc:sldMk cId="3227072806" sldId="717"/>
            <ac:picMk id="3" creationId="{65CB5CA7-1067-73B1-C30F-901EE10E477B}"/>
          </ac:picMkLst>
        </pc:picChg>
        <pc:picChg chg="del">
          <ac:chgData name="Muhammad Shahab" userId="3858d5d1-a005-4192-b038-be79b40b3efe" providerId="ADAL" clId="{6661AD6E-786A-4135-8F3A-B9F1D2C43B4B}" dt="2025-02-09T23:12:23.787" v="809" actId="478"/>
          <ac:picMkLst>
            <pc:docMk/>
            <pc:sldMk cId="3227072806" sldId="717"/>
            <ac:picMk id="3074" creationId="{D32FC715-A7DC-2A9B-B1C4-8995A736ABD1}"/>
          </ac:picMkLst>
        </pc:picChg>
      </pc:sldChg>
      <pc:sldChg chg="addSp delSp modSp add mod modNotesTx">
        <pc:chgData name="Muhammad Shahab" userId="3858d5d1-a005-4192-b038-be79b40b3efe" providerId="ADAL" clId="{6661AD6E-786A-4135-8F3A-B9F1D2C43B4B}" dt="2025-02-10T18:26:50.337" v="1173" actId="20577"/>
        <pc:sldMkLst>
          <pc:docMk/>
          <pc:sldMk cId="851545214" sldId="718"/>
        </pc:sldMkLst>
        <pc:spChg chg="mod">
          <ac:chgData name="Muhammad Shahab" userId="3858d5d1-a005-4192-b038-be79b40b3efe" providerId="ADAL" clId="{6661AD6E-786A-4135-8F3A-B9F1D2C43B4B}" dt="2025-02-09T23:14:32.295" v="851"/>
          <ac:spMkLst>
            <pc:docMk/>
            <pc:sldMk cId="851545214" sldId="718"/>
            <ac:spMk id="4" creationId="{45D14AB7-6FC4-8560-7B70-ECBE5C8415D2}"/>
          </ac:spMkLst>
        </pc:spChg>
        <pc:spChg chg="mod">
          <ac:chgData name="Muhammad Shahab" userId="3858d5d1-a005-4192-b038-be79b40b3efe" providerId="ADAL" clId="{6661AD6E-786A-4135-8F3A-B9F1D2C43B4B}" dt="2025-02-10T18:26:50.337" v="1173" actId="20577"/>
          <ac:spMkLst>
            <pc:docMk/>
            <pc:sldMk cId="851545214" sldId="718"/>
            <ac:spMk id="1031" creationId="{9459ED31-27F7-ED93-FCBE-53553DB333E7}"/>
          </ac:spMkLst>
        </pc:spChg>
        <pc:picChg chg="del">
          <ac:chgData name="Muhammad Shahab" userId="3858d5d1-a005-4192-b038-be79b40b3efe" providerId="ADAL" clId="{6661AD6E-786A-4135-8F3A-B9F1D2C43B4B}" dt="2025-02-09T23:15:43.628" v="891" actId="478"/>
          <ac:picMkLst>
            <pc:docMk/>
            <pc:sldMk cId="851545214" sldId="718"/>
            <ac:picMk id="2" creationId="{52DC4C84-DF1E-8785-66F3-856B8945024B}"/>
          </ac:picMkLst>
        </pc:picChg>
        <pc:picChg chg="del">
          <ac:chgData name="Muhammad Shahab" userId="3858d5d1-a005-4192-b038-be79b40b3efe" providerId="ADAL" clId="{6661AD6E-786A-4135-8F3A-B9F1D2C43B4B}" dt="2025-02-09T23:15:43.035" v="890" actId="478"/>
          <ac:picMkLst>
            <pc:docMk/>
            <pc:sldMk cId="851545214" sldId="718"/>
            <ac:picMk id="3" creationId="{087482B1-B915-E2C0-CE24-233BB1304F85}"/>
          </ac:picMkLst>
        </pc:picChg>
        <pc:picChg chg="add mod">
          <ac:chgData name="Muhammad Shahab" userId="3858d5d1-a005-4192-b038-be79b40b3efe" providerId="ADAL" clId="{6661AD6E-786A-4135-8F3A-B9F1D2C43B4B}" dt="2025-02-09T23:23:55.129" v="931" actId="1076"/>
          <ac:picMkLst>
            <pc:docMk/>
            <pc:sldMk cId="851545214" sldId="718"/>
            <ac:picMk id="4098" creationId="{FAB00A76-C3C6-A0A1-DA25-2765BE0CE019}"/>
          </ac:picMkLst>
        </pc:picChg>
        <pc:picChg chg="add mod">
          <ac:chgData name="Muhammad Shahab" userId="3858d5d1-a005-4192-b038-be79b40b3efe" providerId="ADAL" clId="{6661AD6E-786A-4135-8F3A-B9F1D2C43B4B}" dt="2025-02-09T23:22:06.360" v="898" actId="1076"/>
          <ac:picMkLst>
            <pc:docMk/>
            <pc:sldMk cId="851545214" sldId="718"/>
            <ac:picMk id="4100" creationId="{D7AD4987-D771-E050-18BD-880425690609}"/>
          </ac:picMkLst>
        </pc:picChg>
        <pc:picChg chg="add mod">
          <ac:chgData name="Muhammad Shahab" userId="3858d5d1-a005-4192-b038-be79b40b3efe" providerId="ADAL" clId="{6661AD6E-786A-4135-8F3A-B9F1D2C43B4B}" dt="2025-02-09T23:23:56.433" v="932" actId="1076"/>
          <ac:picMkLst>
            <pc:docMk/>
            <pc:sldMk cId="851545214" sldId="718"/>
            <ac:picMk id="4102" creationId="{8FC5AA86-C954-6603-3BE2-06D2ED9C4F8C}"/>
          </ac:picMkLst>
        </pc:picChg>
        <pc:picChg chg="add mod">
          <ac:chgData name="Muhammad Shahab" userId="3858d5d1-a005-4192-b038-be79b40b3efe" providerId="ADAL" clId="{6661AD6E-786A-4135-8F3A-B9F1D2C43B4B}" dt="2025-02-09T23:23:50.193" v="929" actId="1076"/>
          <ac:picMkLst>
            <pc:docMk/>
            <pc:sldMk cId="851545214" sldId="718"/>
            <ac:picMk id="4104" creationId="{A1101D32-DE9B-3133-C44D-9EE82151A4B7}"/>
          </ac:picMkLst>
        </pc:picChg>
        <pc:picChg chg="add mod">
          <ac:chgData name="Muhammad Shahab" userId="3858d5d1-a005-4192-b038-be79b40b3efe" providerId="ADAL" clId="{6661AD6E-786A-4135-8F3A-B9F1D2C43B4B}" dt="2025-02-09T23:24:36.521" v="939" actId="1076"/>
          <ac:picMkLst>
            <pc:docMk/>
            <pc:sldMk cId="851545214" sldId="718"/>
            <ac:picMk id="4106" creationId="{EB8FA191-1880-EED1-7F3A-ACD5E1F39075}"/>
          </ac:picMkLst>
        </pc:picChg>
      </pc:sldChg>
      <pc:sldChg chg="addSp delSp modSp add mod">
        <pc:chgData name="Muhammad Shahab" userId="3858d5d1-a005-4192-b038-be79b40b3efe" providerId="ADAL" clId="{6661AD6E-786A-4135-8F3A-B9F1D2C43B4B}" dt="2025-02-10T02:58:51.621" v="1123" actId="1076"/>
        <pc:sldMkLst>
          <pc:docMk/>
          <pc:sldMk cId="1247478990" sldId="719"/>
        </pc:sldMkLst>
        <pc:spChg chg="add del mod">
          <ac:chgData name="Muhammad Shahab" userId="3858d5d1-a005-4192-b038-be79b40b3efe" providerId="ADAL" clId="{6661AD6E-786A-4135-8F3A-B9F1D2C43B4B}" dt="2025-02-10T00:44:19.109" v="951" actId="478"/>
          <ac:spMkLst>
            <pc:docMk/>
            <pc:sldMk cId="1247478990" sldId="719"/>
            <ac:spMk id="3" creationId="{2AE114A2-147C-50C1-DEE7-FAC4E2A2DBF4}"/>
          </ac:spMkLst>
        </pc:spChg>
        <pc:spChg chg="mod">
          <ac:chgData name="Muhammad Shahab" userId="3858d5d1-a005-4192-b038-be79b40b3efe" providerId="ADAL" clId="{6661AD6E-786A-4135-8F3A-B9F1D2C43B4B}" dt="2025-02-10T00:14:36.782" v="945"/>
          <ac:spMkLst>
            <pc:docMk/>
            <pc:sldMk cId="1247478990" sldId="719"/>
            <ac:spMk id="4" creationId="{C79DD622-C8FA-F631-D22D-1CC2BF32CC04}"/>
          </ac:spMkLst>
        </pc:spChg>
        <pc:spChg chg="del">
          <ac:chgData name="Muhammad Shahab" userId="3858d5d1-a005-4192-b038-be79b40b3efe" providerId="ADAL" clId="{6661AD6E-786A-4135-8F3A-B9F1D2C43B4B}" dt="2025-02-10T00:44:16.414" v="950" actId="478"/>
          <ac:spMkLst>
            <pc:docMk/>
            <pc:sldMk cId="1247478990" sldId="719"/>
            <ac:spMk id="1031" creationId="{1BD7806D-E0BB-8A68-AF84-EE4B60213602}"/>
          </ac:spMkLst>
        </pc:spChg>
        <pc:graphicFrameChg chg="add mod">
          <ac:chgData name="Muhammad Shahab" userId="3858d5d1-a005-4192-b038-be79b40b3efe" providerId="ADAL" clId="{6661AD6E-786A-4135-8F3A-B9F1D2C43B4B}" dt="2025-02-10T02:52:10.511" v="1101"/>
          <ac:graphicFrameMkLst>
            <pc:docMk/>
            <pc:sldMk cId="1247478990" sldId="719"/>
            <ac:graphicFrameMk id="5" creationId="{44BD8AC3-1FF3-54B4-A5A7-B5E4885C9DBE}"/>
          </ac:graphicFrameMkLst>
        </pc:graphicFrameChg>
        <pc:picChg chg="add mod">
          <ac:chgData name="Muhammad Shahab" userId="3858d5d1-a005-4192-b038-be79b40b3efe" providerId="ADAL" clId="{6661AD6E-786A-4135-8F3A-B9F1D2C43B4B}" dt="2025-02-10T02:58:51.621" v="1123" actId="1076"/>
          <ac:picMkLst>
            <pc:docMk/>
            <pc:sldMk cId="1247478990" sldId="719"/>
            <ac:picMk id="3" creationId="{D92696BA-6EE2-8415-1830-46C668E8F3E0}"/>
          </ac:picMkLst>
        </pc:picChg>
        <pc:picChg chg="add del mod">
          <ac:chgData name="Muhammad Shahab" userId="3858d5d1-a005-4192-b038-be79b40b3efe" providerId="ADAL" clId="{6661AD6E-786A-4135-8F3A-B9F1D2C43B4B}" dt="2025-02-10T02:58:36.496" v="1115" actId="478"/>
          <ac:picMkLst>
            <pc:docMk/>
            <pc:sldMk cId="1247478990" sldId="719"/>
            <ac:picMk id="7" creationId="{5481E6E6-CC49-8673-1433-CFC37B92940E}"/>
          </ac:picMkLst>
        </pc:picChg>
        <pc:picChg chg="del">
          <ac:chgData name="Muhammad Shahab" userId="3858d5d1-a005-4192-b038-be79b40b3efe" providerId="ADAL" clId="{6661AD6E-786A-4135-8F3A-B9F1D2C43B4B}" dt="2025-02-10T00:14:39.829" v="948" actId="478"/>
          <ac:picMkLst>
            <pc:docMk/>
            <pc:sldMk cId="1247478990" sldId="719"/>
            <ac:picMk id="4098" creationId="{916BD4B7-C196-9D56-DD2B-0C2DD097BA58}"/>
          </ac:picMkLst>
        </pc:picChg>
        <pc:picChg chg="del">
          <ac:chgData name="Muhammad Shahab" userId="3858d5d1-a005-4192-b038-be79b40b3efe" providerId="ADAL" clId="{6661AD6E-786A-4135-8F3A-B9F1D2C43B4B}" dt="2025-02-10T00:14:38.792" v="946" actId="478"/>
          <ac:picMkLst>
            <pc:docMk/>
            <pc:sldMk cId="1247478990" sldId="719"/>
            <ac:picMk id="4102" creationId="{E2825B97-7215-DB47-6D4A-1442CD62D819}"/>
          </ac:picMkLst>
        </pc:picChg>
        <pc:picChg chg="del">
          <ac:chgData name="Muhammad Shahab" userId="3858d5d1-a005-4192-b038-be79b40b3efe" providerId="ADAL" clId="{6661AD6E-786A-4135-8F3A-B9F1D2C43B4B}" dt="2025-02-10T00:14:40.205" v="949" actId="478"/>
          <ac:picMkLst>
            <pc:docMk/>
            <pc:sldMk cId="1247478990" sldId="719"/>
            <ac:picMk id="4104" creationId="{092FA491-DBB7-DC13-2831-C30F385319E0}"/>
          </ac:picMkLst>
        </pc:picChg>
        <pc:picChg chg="del">
          <ac:chgData name="Muhammad Shahab" userId="3858d5d1-a005-4192-b038-be79b40b3efe" providerId="ADAL" clId="{6661AD6E-786A-4135-8F3A-B9F1D2C43B4B}" dt="2025-02-10T00:14:39.379" v="947" actId="478"/>
          <ac:picMkLst>
            <pc:docMk/>
            <pc:sldMk cId="1247478990" sldId="719"/>
            <ac:picMk id="4106" creationId="{92FF04FF-ED63-9D24-449F-6B9D378ABF5D}"/>
          </ac:picMkLst>
        </pc:picChg>
      </pc:sldChg>
      <pc:sldChg chg="addSp delSp modSp add mod ord modNotesTx">
        <pc:chgData name="Muhammad Shahab" userId="3858d5d1-a005-4192-b038-be79b40b3efe" providerId="ADAL" clId="{6661AD6E-786A-4135-8F3A-B9F1D2C43B4B}" dt="2025-02-10T00:52:51.513" v="1006"/>
        <pc:sldMkLst>
          <pc:docMk/>
          <pc:sldMk cId="2801526237" sldId="720"/>
        </pc:sldMkLst>
        <pc:spChg chg="add del mod">
          <ac:chgData name="Muhammad Shahab" userId="3858d5d1-a005-4192-b038-be79b40b3efe" providerId="ADAL" clId="{6661AD6E-786A-4135-8F3A-B9F1D2C43B4B}" dt="2025-02-10T00:44:35.033" v="963" actId="478"/>
          <ac:spMkLst>
            <pc:docMk/>
            <pc:sldMk cId="2801526237" sldId="720"/>
            <ac:spMk id="3" creationId="{DA8CF332-AD14-442A-DF48-2E752601AD3D}"/>
          </ac:spMkLst>
        </pc:spChg>
        <pc:spChg chg="mod">
          <ac:chgData name="Muhammad Shahab" userId="3858d5d1-a005-4192-b038-be79b40b3efe" providerId="ADAL" clId="{6661AD6E-786A-4135-8F3A-B9F1D2C43B4B}" dt="2025-02-10T00:46:01.392" v="969" actId="1076"/>
          <ac:spMkLst>
            <pc:docMk/>
            <pc:sldMk cId="2801526237" sldId="720"/>
            <ac:spMk id="4" creationId="{37B7BC1C-DA35-666E-1D96-5DFC932B436A}"/>
          </ac:spMkLst>
        </pc:spChg>
        <pc:spChg chg="del">
          <ac:chgData name="Muhammad Shahab" userId="3858d5d1-a005-4192-b038-be79b40b3efe" providerId="ADAL" clId="{6661AD6E-786A-4135-8F3A-B9F1D2C43B4B}" dt="2025-02-10T00:44:32.740" v="962" actId="478"/>
          <ac:spMkLst>
            <pc:docMk/>
            <pc:sldMk cId="2801526237" sldId="720"/>
            <ac:spMk id="1031" creationId="{4DDC778A-5C45-D0C6-D058-DD2D8E9D655B}"/>
          </ac:spMkLst>
        </pc:spChg>
        <pc:picChg chg="add mod">
          <ac:chgData name="Muhammad Shahab" userId="3858d5d1-a005-4192-b038-be79b40b3efe" providerId="ADAL" clId="{6661AD6E-786A-4135-8F3A-B9F1D2C43B4B}" dt="2025-02-10T00:46:03.261" v="970" actId="1076"/>
          <ac:picMkLst>
            <pc:docMk/>
            <pc:sldMk cId="2801526237" sldId="720"/>
            <ac:picMk id="6" creationId="{F0BDD1E0-1653-3D12-B480-CFA2462F7A7F}"/>
          </ac:picMkLst>
        </pc:picChg>
        <pc:picChg chg="del">
          <ac:chgData name="Muhammad Shahab" userId="3858d5d1-a005-4192-b038-be79b40b3efe" providerId="ADAL" clId="{6661AD6E-786A-4135-8F3A-B9F1D2C43B4B}" dt="2025-02-10T00:44:29.707" v="959" actId="478"/>
          <ac:picMkLst>
            <pc:docMk/>
            <pc:sldMk cId="2801526237" sldId="720"/>
            <ac:picMk id="4098" creationId="{AB5C5A49-050F-4A7B-9936-A6533BE77383}"/>
          </ac:picMkLst>
        </pc:picChg>
        <pc:picChg chg="del">
          <ac:chgData name="Muhammad Shahab" userId="3858d5d1-a005-4192-b038-be79b40b3efe" providerId="ADAL" clId="{6661AD6E-786A-4135-8F3A-B9F1D2C43B4B}" dt="2025-02-10T00:44:29.148" v="958" actId="478"/>
          <ac:picMkLst>
            <pc:docMk/>
            <pc:sldMk cId="2801526237" sldId="720"/>
            <ac:picMk id="4102" creationId="{F9A80EC2-D2EC-EC01-1DC6-2E9E6930EE2A}"/>
          </ac:picMkLst>
        </pc:picChg>
        <pc:picChg chg="del">
          <ac:chgData name="Muhammad Shahab" userId="3858d5d1-a005-4192-b038-be79b40b3efe" providerId="ADAL" clId="{6661AD6E-786A-4135-8F3A-B9F1D2C43B4B}" dt="2025-02-10T00:44:30.795" v="961" actId="478"/>
          <ac:picMkLst>
            <pc:docMk/>
            <pc:sldMk cId="2801526237" sldId="720"/>
            <ac:picMk id="4104" creationId="{31FF55E3-E596-BCB9-2DC4-7F56D72E6297}"/>
          </ac:picMkLst>
        </pc:picChg>
        <pc:picChg chg="del">
          <ac:chgData name="Muhammad Shahab" userId="3858d5d1-a005-4192-b038-be79b40b3efe" providerId="ADAL" clId="{6661AD6E-786A-4135-8F3A-B9F1D2C43B4B}" dt="2025-02-10T00:44:30.169" v="960" actId="478"/>
          <ac:picMkLst>
            <pc:docMk/>
            <pc:sldMk cId="2801526237" sldId="720"/>
            <ac:picMk id="4106" creationId="{C33237F6-6FF3-6920-39E8-E3CD6D8E3531}"/>
          </ac:picMkLst>
        </pc:picChg>
      </pc:sldChg>
      <pc:sldChg chg="addSp delSp modSp add mod modNotesTx">
        <pc:chgData name="Muhammad Shahab" userId="3858d5d1-a005-4192-b038-be79b40b3efe" providerId="ADAL" clId="{6661AD6E-786A-4135-8F3A-B9F1D2C43B4B}" dt="2025-02-10T00:53:00.764" v="1007"/>
        <pc:sldMkLst>
          <pc:docMk/>
          <pc:sldMk cId="1895668122" sldId="721"/>
        </pc:sldMkLst>
        <pc:spChg chg="mod">
          <ac:chgData name="Muhammad Shahab" userId="3858d5d1-a005-4192-b038-be79b40b3efe" providerId="ADAL" clId="{6661AD6E-786A-4135-8F3A-B9F1D2C43B4B}" dt="2025-02-10T00:47:12.121" v="988" actId="20577"/>
          <ac:spMkLst>
            <pc:docMk/>
            <pc:sldMk cId="1895668122" sldId="721"/>
            <ac:spMk id="4" creationId="{D681F28E-775B-BA1E-CA01-59CAB275D260}"/>
          </ac:spMkLst>
        </pc:spChg>
        <pc:picChg chg="add mod">
          <ac:chgData name="Muhammad Shahab" userId="3858d5d1-a005-4192-b038-be79b40b3efe" providerId="ADAL" clId="{6661AD6E-786A-4135-8F3A-B9F1D2C43B4B}" dt="2025-02-10T00:47:29.189" v="994" actId="1076"/>
          <ac:picMkLst>
            <pc:docMk/>
            <pc:sldMk cId="1895668122" sldId="721"/>
            <ac:picMk id="3" creationId="{40C6483D-50EB-DF8D-9EED-50988A8B5CD1}"/>
          </ac:picMkLst>
        </pc:picChg>
        <pc:picChg chg="del">
          <ac:chgData name="Muhammad Shahab" userId="3858d5d1-a005-4192-b038-be79b40b3efe" providerId="ADAL" clId="{6661AD6E-786A-4135-8F3A-B9F1D2C43B4B}" dt="2025-02-10T00:47:14.273" v="989" actId="478"/>
          <ac:picMkLst>
            <pc:docMk/>
            <pc:sldMk cId="1895668122" sldId="721"/>
            <ac:picMk id="6" creationId="{F91C3EB7-B8A5-3408-9583-047FCC0949C0}"/>
          </ac:picMkLst>
        </pc:picChg>
      </pc:sldChg>
    </pc:docChg>
  </pc:docChgLst>
  <pc:docChgLst>
    <pc:chgData name="Yogesh Sharma" userId="b1a13ba1-1220-4868-8df6-0ea3b3d071e3" providerId="ADAL" clId="{3D749F50-FC57-DF40-A7F1-906A191CDA3F}"/>
    <pc:docChg chg="modSld">
      <pc:chgData name="Yogesh Sharma" userId="b1a13ba1-1220-4868-8df6-0ea3b3d071e3" providerId="ADAL" clId="{3D749F50-FC57-DF40-A7F1-906A191CDA3F}" dt="2024-09-12T12:42:12.901" v="11" actId="12"/>
      <pc:docMkLst>
        <pc:docMk/>
      </pc:docMkLst>
      <pc:sldChg chg="modSp mod">
        <pc:chgData name="Yogesh Sharma" userId="b1a13ba1-1220-4868-8df6-0ea3b3d071e3" providerId="ADAL" clId="{3D749F50-FC57-DF40-A7F1-906A191CDA3F}" dt="2024-09-12T12:41:23.516" v="1" actId="14100"/>
        <pc:sldMkLst>
          <pc:docMk/>
          <pc:sldMk cId="2389738475" sldId="264"/>
        </pc:sldMkLst>
      </pc:sldChg>
      <pc:sldChg chg="modSp mod">
        <pc:chgData name="Yogesh Sharma" userId="b1a13ba1-1220-4868-8df6-0ea3b3d071e3" providerId="ADAL" clId="{3D749F50-FC57-DF40-A7F1-906A191CDA3F}" dt="2024-09-12T12:41:38.388" v="8" actId="20577"/>
        <pc:sldMkLst>
          <pc:docMk/>
          <pc:sldMk cId="2486635905" sldId="466"/>
        </pc:sldMkLst>
      </pc:sldChg>
      <pc:sldChg chg="modSp mod">
        <pc:chgData name="Yogesh Sharma" userId="b1a13ba1-1220-4868-8df6-0ea3b3d071e3" providerId="ADAL" clId="{3D749F50-FC57-DF40-A7F1-906A191CDA3F}" dt="2024-09-12T12:41:53.327" v="9" actId="12"/>
        <pc:sldMkLst>
          <pc:docMk/>
          <pc:sldMk cId="778958909" sldId="467"/>
        </pc:sldMkLst>
      </pc:sldChg>
      <pc:sldChg chg="modSp mod">
        <pc:chgData name="Yogesh Sharma" userId="b1a13ba1-1220-4868-8df6-0ea3b3d071e3" providerId="ADAL" clId="{3D749F50-FC57-DF40-A7F1-906A191CDA3F}" dt="2024-09-12T12:42:02.316" v="10" actId="12"/>
        <pc:sldMkLst>
          <pc:docMk/>
          <pc:sldMk cId="100100950" sldId="468"/>
        </pc:sldMkLst>
      </pc:sldChg>
      <pc:sldChg chg="modSp mod">
        <pc:chgData name="Yogesh Sharma" userId="b1a13ba1-1220-4868-8df6-0ea3b3d071e3" providerId="ADAL" clId="{3D749F50-FC57-DF40-A7F1-906A191CDA3F}" dt="2024-09-12T12:42:12.901" v="11" actId="12"/>
        <pc:sldMkLst>
          <pc:docMk/>
          <pc:sldMk cId="3487512615" sldId="471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E:\OneDrive%20-%20University%20of%20Regina\University%20of%20Regina\Research\Simulation\optimal-vnf-placement-algorithms\Result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E:\OneDrive%20-%20University%20of%20Regina\University%20of%20Regina\Research\Step%203%20-%20Problem%20Validation\optimal-sfc-placement\Results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E:\OneDrive%20-%20University%20of%20Regina\University%20of%20Regina\Research\Step%203%20-%20Problem%20Validation\optimal-sfc-placement\Results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0" i="0" u="none" strike="noStrike" kern="1200" spc="0" baseline="0">
                <a:solidFill>
                  <a:sysClr val="windowText" lastClr="000000">
                    <a:lumMod val="65000"/>
                    <a:lumOff val="35000"/>
                  </a:sysClr>
                </a:solidFill>
                <a:latin typeface="+mn-lt"/>
                <a:ea typeface="+mn-ea"/>
                <a:cs typeface="+mn-cs"/>
              </a:defRPr>
            </a:pPr>
            <a:r>
              <a:rPr lang="en-US" sz="1400" b="0" i="0" u="none" strike="noStrike" kern="1200" spc="0" baseline="0" dirty="0">
                <a:solidFill>
                  <a:sysClr val="windowText" lastClr="000000">
                    <a:lumMod val="65000"/>
                    <a:lumOff val="35000"/>
                  </a:sysClr>
                </a:solidFill>
              </a:rPr>
              <a:t>Availability &amp; Carbon Footprint Tradeoff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400" b="0" i="0" u="none" strike="noStrike" kern="1200" spc="0" baseline="0">
              <a:solidFill>
                <a:sysClr val="windowText" lastClr="000000">
                  <a:lumMod val="65000"/>
                  <a:lumOff val="35000"/>
                </a:sysClr>
              </a:solidFill>
              <a:latin typeface="+mn-lt"/>
              <a:ea typeface="+mn-ea"/>
              <a:cs typeface="+mn-cs"/>
            </a:defRPr>
          </a:pPr>
          <a:endParaRPr lang="en-PK"/>
        </a:p>
      </c:txPr>
    </c:title>
    <c:autoTitleDeleted val="0"/>
    <c:plotArea>
      <c:layout/>
      <c:barChart>
        <c:barDir val="col"/>
        <c:grouping val="clustered"/>
        <c:varyColors val="0"/>
        <c:ser>
          <c:idx val="1"/>
          <c:order val="1"/>
          <c:tx>
            <c:strRef>
              <c:f>'Optimal Weight'!$K$3</c:f>
              <c:strCache>
                <c:ptCount val="1"/>
                <c:pt idx="0">
                  <c:v>Carbon Footprint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numRef>
              <c:f>'Optimal Weight'!$L$1:$T$1</c:f>
              <c:numCache>
                <c:formatCode>General</c:formatCode>
                <c:ptCount val="9"/>
                <c:pt idx="0">
                  <c:v>0.1</c:v>
                </c:pt>
                <c:pt idx="1">
                  <c:v>0.2</c:v>
                </c:pt>
                <c:pt idx="2">
                  <c:v>0.3</c:v>
                </c:pt>
                <c:pt idx="3">
                  <c:v>0.4</c:v>
                </c:pt>
                <c:pt idx="4">
                  <c:v>0.5</c:v>
                </c:pt>
                <c:pt idx="5">
                  <c:v>0.6</c:v>
                </c:pt>
                <c:pt idx="6">
                  <c:v>0.7</c:v>
                </c:pt>
                <c:pt idx="7">
                  <c:v>0.8</c:v>
                </c:pt>
                <c:pt idx="8">
                  <c:v>0.9</c:v>
                </c:pt>
              </c:numCache>
            </c:numRef>
          </c:cat>
          <c:val>
            <c:numRef>
              <c:f>'Optimal Weight'!$L$3:$T$3</c:f>
              <c:numCache>
                <c:formatCode>General</c:formatCode>
                <c:ptCount val="9"/>
                <c:pt idx="0">
                  <c:v>11298.24</c:v>
                </c:pt>
                <c:pt idx="1">
                  <c:v>12457.44</c:v>
                </c:pt>
                <c:pt idx="2">
                  <c:v>13910.4</c:v>
                </c:pt>
                <c:pt idx="3">
                  <c:v>14677.92</c:v>
                </c:pt>
                <c:pt idx="4">
                  <c:v>15837.12</c:v>
                </c:pt>
                <c:pt idx="5">
                  <c:v>16130.88</c:v>
                </c:pt>
                <c:pt idx="6">
                  <c:v>16702.560000000001</c:v>
                </c:pt>
                <c:pt idx="7">
                  <c:v>16996.32</c:v>
                </c:pt>
                <c:pt idx="8">
                  <c:v>18155.52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E3-4C5E-BC2E-2A416521B9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431533632"/>
        <c:axId val="431545152"/>
      </c:barChart>
      <c:lineChart>
        <c:grouping val="standard"/>
        <c:varyColors val="0"/>
        <c:ser>
          <c:idx val="0"/>
          <c:order val="0"/>
          <c:tx>
            <c:strRef>
              <c:f>'Optimal Weight'!$K$2</c:f>
              <c:strCache>
                <c:ptCount val="1"/>
                <c:pt idx="0">
                  <c:v>Availability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diamond"/>
            <c:size val="7"/>
            <c:spPr>
              <a:pattFill prst="pct5">
                <a:fgClr>
                  <a:schemeClr val="accent1"/>
                </a:fgClr>
                <a:bgClr>
                  <a:schemeClr val="bg1"/>
                </a:bgClr>
              </a:patt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'Optimal Weight'!$L$1:$T$1</c:f>
              <c:numCache>
                <c:formatCode>General</c:formatCode>
                <c:ptCount val="9"/>
                <c:pt idx="0">
                  <c:v>0.1</c:v>
                </c:pt>
                <c:pt idx="1">
                  <c:v>0.2</c:v>
                </c:pt>
                <c:pt idx="2">
                  <c:v>0.3</c:v>
                </c:pt>
                <c:pt idx="3">
                  <c:v>0.4</c:v>
                </c:pt>
                <c:pt idx="4">
                  <c:v>0.5</c:v>
                </c:pt>
                <c:pt idx="5">
                  <c:v>0.6</c:v>
                </c:pt>
                <c:pt idx="6">
                  <c:v>0.7</c:v>
                </c:pt>
                <c:pt idx="7">
                  <c:v>0.8</c:v>
                </c:pt>
                <c:pt idx="8">
                  <c:v>0.9</c:v>
                </c:pt>
              </c:numCache>
            </c:numRef>
          </c:cat>
          <c:val>
            <c:numRef>
              <c:f>'Optimal Weight'!$L$2:$T$2</c:f>
              <c:numCache>
                <c:formatCode>General</c:formatCode>
                <c:ptCount val="9"/>
                <c:pt idx="0">
                  <c:v>0.98346262913579197</c:v>
                </c:pt>
                <c:pt idx="1">
                  <c:v>0.98668181802479105</c:v>
                </c:pt>
                <c:pt idx="2">
                  <c:v>0.99430887222283104</c:v>
                </c:pt>
                <c:pt idx="3">
                  <c:v>0.99433173655058005</c:v>
                </c:pt>
                <c:pt idx="4">
                  <c:v>0.99651292526743096</c:v>
                </c:pt>
                <c:pt idx="5">
                  <c:v>0.996547159250596</c:v>
                </c:pt>
                <c:pt idx="6">
                  <c:v>0.997643564591011</c:v>
                </c:pt>
                <c:pt idx="7">
                  <c:v>0.99767790403065404</c:v>
                </c:pt>
                <c:pt idx="8">
                  <c:v>0.99877500751459602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35E3-4C5E-BC2E-2A416521B9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31542752"/>
        <c:axId val="431542272"/>
      </c:lineChart>
      <c:catAx>
        <c:axId val="43153363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Weight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PK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PK"/>
          </a:p>
        </c:txPr>
        <c:crossAx val="431545152"/>
        <c:crosses val="autoZero"/>
        <c:auto val="1"/>
        <c:lblAlgn val="ctr"/>
        <c:lblOffset val="100"/>
        <c:noMultiLvlLbl val="0"/>
      </c:catAx>
      <c:valAx>
        <c:axId val="4315451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Carbon Footprint (kg CO2)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PK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PK"/>
          </a:p>
        </c:txPr>
        <c:crossAx val="431533632"/>
        <c:crosses val="autoZero"/>
        <c:crossBetween val="between"/>
      </c:valAx>
      <c:valAx>
        <c:axId val="431542272"/>
        <c:scaling>
          <c:orientation val="minMax"/>
        </c:scaling>
        <c:delete val="0"/>
        <c:axPos val="r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Availability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PK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PK"/>
          </a:p>
        </c:txPr>
        <c:crossAx val="431542752"/>
        <c:crosses val="max"/>
        <c:crossBetween val="between"/>
      </c:valAx>
      <c:catAx>
        <c:axId val="431542752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431542272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PK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PK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Availability of different placement schemes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PK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'Optimal Placement'!$L$1</c:f>
              <c:strCache>
                <c:ptCount val="1"/>
                <c:pt idx="0">
                  <c:v>Availability aware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'Optimal Placement'!$K$2:$K$4</c:f>
              <c:strCache>
                <c:ptCount val="3"/>
                <c:pt idx="0">
                  <c:v>5 SFCs</c:v>
                </c:pt>
                <c:pt idx="1">
                  <c:v>10 SFCs</c:v>
                </c:pt>
                <c:pt idx="2">
                  <c:v>20 SFCs</c:v>
                </c:pt>
              </c:strCache>
            </c:strRef>
          </c:cat>
          <c:val>
            <c:numRef>
              <c:f>'Optimal Placement'!$L$2:$L$4</c:f>
              <c:numCache>
                <c:formatCode>General</c:formatCode>
                <c:ptCount val="3"/>
                <c:pt idx="0">
                  <c:v>0.96052347410307304</c:v>
                </c:pt>
                <c:pt idx="1">
                  <c:v>0.96048142591256502</c:v>
                </c:pt>
                <c:pt idx="2">
                  <c:v>0.96040918319743296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38-4820-98CA-43DAFEAE77C6}"/>
            </c:ext>
          </c:extLst>
        </c:ser>
        <c:ser>
          <c:idx val="1"/>
          <c:order val="1"/>
          <c:tx>
            <c:strRef>
              <c:f>'Optimal Placement'!$M$1</c:f>
              <c:strCache>
                <c:ptCount val="1"/>
                <c:pt idx="0">
                  <c:v>Tradeoff aware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'Optimal Placement'!$K$2:$K$4</c:f>
              <c:strCache>
                <c:ptCount val="3"/>
                <c:pt idx="0">
                  <c:v>5 SFCs</c:v>
                </c:pt>
                <c:pt idx="1">
                  <c:v>10 SFCs</c:v>
                </c:pt>
                <c:pt idx="2">
                  <c:v>20 SFCs</c:v>
                </c:pt>
              </c:strCache>
            </c:strRef>
          </c:cat>
          <c:val>
            <c:numRef>
              <c:f>'Optimal Placement'!$M$2:$M$4</c:f>
              <c:numCache>
                <c:formatCode>General</c:formatCode>
                <c:ptCount val="3"/>
                <c:pt idx="0">
                  <c:v>0.95942006920628098</c:v>
                </c:pt>
                <c:pt idx="1">
                  <c:v>0.95904020822939895</c:v>
                </c:pt>
                <c:pt idx="2">
                  <c:v>0.95878649556847995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38-4820-98CA-43DAFEAE77C6}"/>
            </c:ext>
          </c:extLst>
        </c:ser>
        <c:ser>
          <c:idx val="2"/>
          <c:order val="2"/>
          <c:tx>
            <c:strRef>
              <c:f>'Optimal Placement'!$N$1</c:f>
              <c:strCache>
                <c:ptCount val="1"/>
                <c:pt idx="0">
                  <c:v>Carbon aware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'Optimal Placement'!$K$2:$K$4</c:f>
              <c:strCache>
                <c:ptCount val="3"/>
                <c:pt idx="0">
                  <c:v>5 SFCs</c:v>
                </c:pt>
                <c:pt idx="1">
                  <c:v>10 SFCs</c:v>
                </c:pt>
                <c:pt idx="2">
                  <c:v>20 SFCs</c:v>
                </c:pt>
              </c:strCache>
            </c:strRef>
          </c:cat>
          <c:val>
            <c:numRef>
              <c:f>'Optimal Placement'!$N$2:$N$4</c:f>
              <c:numCache>
                <c:formatCode>General</c:formatCode>
                <c:ptCount val="3"/>
                <c:pt idx="0">
                  <c:v>0.92320842361543798</c:v>
                </c:pt>
                <c:pt idx="1">
                  <c:v>0.92406050145103003</c:v>
                </c:pt>
                <c:pt idx="2">
                  <c:v>0.92485119282063499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938-4820-98CA-43DAFEAE77C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9214640"/>
        <c:axId val="99215120"/>
      </c:barChart>
      <c:catAx>
        <c:axId val="99214640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Number of SFCs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PK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PK"/>
          </a:p>
        </c:txPr>
        <c:crossAx val="99215120"/>
        <c:crosses val="autoZero"/>
        <c:auto val="1"/>
        <c:lblAlgn val="ctr"/>
        <c:lblOffset val="100"/>
        <c:noMultiLvlLbl val="0"/>
      </c:catAx>
      <c:valAx>
        <c:axId val="992151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Availability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PK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PK"/>
          </a:p>
        </c:txPr>
        <c:crossAx val="992146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PK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PK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b="0" i="0" u="none" strike="noStrike" kern="1200" spc="0" baseline="0" dirty="0">
                <a:solidFill>
                  <a:sysClr val="windowText" lastClr="000000">
                    <a:lumMod val="65000"/>
                    <a:lumOff val="35000"/>
                  </a:sysClr>
                </a:solidFill>
              </a:rPr>
              <a:t>Carbon Footprint</a:t>
            </a:r>
            <a:r>
              <a:rPr lang="en-US" sz="1400" b="0" i="0" u="none" strike="noStrike" kern="1200" spc="0" baseline="0">
                <a:solidFill>
                  <a:sysClr val="windowText" lastClr="000000">
                    <a:lumMod val="65000"/>
                    <a:lumOff val="35000"/>
                  </a:sysClr>
                </a:solidFill>
              </a:rPr>
              <a:t> of different placement schemes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PK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'Optimal Placement'!$L$18</c:f>
              <c:strCache>
                <c:ptCount val="1"/>
                <c:pt idx="0">
                  <c:v>Availability aware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'Optimal Placement'!$K$19:$K$21</c:f>
              <c:strCache>
                <c:ptCount val="3"/>
                <c:pt idx="0">
                  <c:v>5 SFCs</c:v>
                </c:pt>
                <c:pt idx="1">
                  <c:v>10 SFCs</c:v>
                </c:pt>
                <c:pt idx="2">
                  <c:v>20 SFCs</c:v>
                </c:pt>
              </c:strCache>
            </c:strRef>
          </c:cat>
          <c:val>
            <c:numRef>
              <c:f>'Optimal Placement'!$L$19:$L$21</c:f>
              <c:numCache>
                <c:formatCode>General</c:formatCode>
                <c:ptCount val="3"/>
                <c:pt idx="0">
                  <c:v>4859.28</c:v>
                </c:pt>
                <c:pt idx="1">
                  <c:v>9288</c:v>
                </c:pt>
                <c:pt idx="2">
                  <c:v>18568.8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BFB-40A6-A0CE-AD5F8B50B855}"/>
            </c:ext>
          </c:extLst>
        </c:ser>
        <c:ser>
          <c:idx val="1"/>
          <c:order val="1"/>
          <c:tx>
            <c:strRef>
              <c:f>'Optimal Placement'!$M$18</c:f>
              <c:strCache>
                <c:ptCount val="1"/>
                <c:pt idx="0">
                  <c:v>Tradeoff aware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'Optimal Placement'!$K$19:$K$21</c:f>
              <c:strCache>
                <c:ptCount val="3"/>
                <c:pt idx="0">
                  <c:v>5 SFCs</c:v>
                </c:pt>
                <c:pt idx="1">
                  <c:v>10 SFCs</c:v>
                </c:pt>
                <c:pt idx="2">
                  <c:v>20 SFCs</c:v>
                </c:pt>
              </c:strCache>
            </c:strRef>
          </c:cat>
          <c:val>
            <c:numRef>
              <c:f>'Optimal Placement'!$M$19:$M$21</c:f>
              <c:numCache>
                <c:formatCode>General</c:formatCode>
                <c:ptCount val="3"/>
                <c:pt idx="0">
                  <c:v>3085.92</c:v>
                </c:pt>
                <c:pt idx="1">
                  <c:v>5796</c:v>
                </c:pt>
                <c:pt idx="2">
                  <c:v>11592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BFB-40A6-A0CE-AD5F8B50B855}"/>
            </c:ext>
          </c:extLst>
        </c:ser>
        <c:ser>
          <c:idx val="2"/>
          <c:order val="2"/>
          <c:tx>
            <c:strRef>
              <c:f>'Optimal Placement'!$N$18</c:f>
              <c:strCache>
                <c:ptCount val="1"/>
                <c:pt idx="0">
                  <c:v>Carbon aware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'Optimal Placement'!$K$19:$K$21</c:f>
              <c:strCache>
                <c:ptCount val="3"/>
                <c:pt idx="0">
                  <c:v>5 SFCs</c:v>
                </c:pt>
                <c:pt idx="1">
                  <c:v>10 SFCs</c:v>
                </c:pt>
                <c:pt idx="2">
                  <c:v>20 SFCs</c:v>
                </c:pt>
              </c:strCache>
            </c:strRef>
          </c:cat>
          <c:val>
            <c:numRef>
              <c:f>'Optimal Placement'!$N$19:$N$21</c:f>
              <c:numCache>
                <c:formatCode>General</c:formatCode>
                <c:ptCount val="3"/>
                <c:pt idx="0">
                  <c:v>3085.92</c:v>
                </c:pt>
                <c:pt idx="1">
                  <c:v>5796</c:v>
                </c:pt>
                <c:pt idx="2">
                  <c:v>11592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BFB-40A6-A0CE-AD5F8B50B85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46673888"/>
        <c:axId val="146675808"/>
      </c:barChart>
      <c:catAx>
        <c:axId val="146673888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Number of SFCs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PK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PK"/>
          </a:p>
        </c:txPr>
        <c:crossAx val="146675808"/>
        <c:crosses val="autoZero"/>
        <c:auto val="1"/>
        <c:lblAlgn val="ctr"/>
        <c:lblOffset val="100"/>
        <c:noMultiLvlLbl val="0"/>
      </c:catAx>
      <c:valAx>
        <c:axId val="1466758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Carbon Footprint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PK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PK"/>
          </a:p>
        </c:txPr>
        <c:crossAx val="14667388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PK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PK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B296C6B-07FE-6D85-FBF4-EE714FE27B9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PK"/>
              <a:t>1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D473B0-7E1A-B99B-F20E-3FD3C9D036E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CDDE97-B8B1-47A8-9B1B-C591D1AA28A8}" type="datetimeFigureOut">
              <a:rPr lang="en-PK" smtClean="0"/>
              <a:t>23/03/2025</a:t>
            </a:fld>
            <a:endParaRPr lang="en-P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8BD5C-D4D9-30D9-61A5-24E1515C841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62ABAA-552B-916A-AA38-B08253A07C2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DDB7C9-42E1-47AF-8543-21A01969C7EE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644278967"/>
      </p:ext>
    </p:extLst>
  </p:cSld>
  <p:clrMap bg1="lt1" tx1="dk1" bg2="lt2" tx2="dk2" accent1="accent1" accent2="accent2" accent3="accent3" accent4="accent4" accent5="accent5" accent6="accent6" hlink="hlink" folHlink="folHlink"/>
  <p:hf sldNum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CA"/>
              <a:t>1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C854F9-4B15-47AF-BA13-0E62D59F12FF}" type="datetimeFigureOut">
              <a:rPr lang="en-CA" smtClean="0"/>
              <a:t>2025-03-23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1F88A7-2010-4E1A-900C-64B8A1752EB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33628884"/>
      </p:ext>
    </p:extLst>
  </p:cSld>
  <p:clrMap bg1="lt1" tx1="dk1" bg2="lt2" tx2="dk2" accent1="accent1" accent2="accent2" accent3="accent3" accent4="accent4" accent5="accent5" accent6="accent6" hlink="hlink" folHlink="folHlink"/>
  <p:hf sldNum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E2E2E5"/>
                </a:solidFill>
                <a:effectLst/>
                <a:latin typeface="Google Sans Text"/>
              </a:rPr>
              <a:t>Brief intro - "Good morning, we're presenting our progress on the Eco-Resilient Networks project."</a:t>
            </a:r>
            <a:endParaRPr lang="en-PK" dirty="0"/>
          </a:p>
        </p:txBody>
      </p:sp>
      <p:sp>
        <p:nvSpPr>
          <p:cNvPr id="5" name="Header Placeholder 4">
            <a:extLst>
              <a:ext uri="{FF2B5EF4-FFF2-40B4-BE49-F238E27FC236}">
                <a16:creationId xmlns:a16="http://schemas.microsoft.com/office/drawing/2014/main" id="{A664A792-8732-D1E7-28B8-03AD89A7BFAE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CA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9753852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3FC2A-1755-DBC2-82DD-B9A3C2CBA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E759AE-CFE5-DA2F-6201-2909DC07BB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76DFA6-2F62-8135-0565-F4CD585CE1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E2E2E5"/>
                </a:solidFill>
                <a:effectLst/>
                <a:latin typeface="Google Sans Text"/>
              </a:rPr>
              <a:t>We identified key gaps in the current technology: a lack of focus on sustainability and limited optimization capabilities.</a:t>
            </a:r>
            <a:endParaRPr lang="en-US" dirty="0"/>
          </a:p>
        </p:txBody>
      </p:sp>
      <p:sp>
        <p:nvSpPr>
          <p:cNvPr id="5" name="Header Placeholder 4">
            <a:extLst>
              <a:ext uri="{FF2B5EF4-FFF2-40B4-BE49-F238E27FC236}">
                <a16:creationId xmlns:a16="http://schemas.microsoft.com/office/drawing/2014/main" id="{A2BC01C5-7C97-8974-D73E-D83303AA44DF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CA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9883400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3B7E1-7370-4E2F-9A7E-FFEDBA366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7367D0-D7E9-5942-3C67-F37FB8A93B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078A07-F503-9E17-AA94-66CD924491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86965-7FE6-2E05-7EFE-D72C51202C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F88A7-2010-4E1A-900C-64B8A1752EB8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582783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A5243-3F82-C9A3-FD72-488AFCF16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1A45B9-E59B-FF80-AA56-55F68CC5EB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9AB019-4FB4-EE6E-840B-9DC8356233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0F0FD9-6AC0-486B-E06B-23F9AF4B59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F88A7-2010-4E1A-900C-64B8A1752EB8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561549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572C6-26F1-D276-08CD-F8C937AAF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165477-24B3-F399-1416-1DF2C7B2BA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30B6CA-F501-B89E-D2EE-83C69BF155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2BCBC0-C789-2A4F-4EA8-A5A842518A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F88A7-2010-4E1A-900C-64B8A1752EB8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726151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5D40E-4ED7-C1D8-6BDF-196B0F40B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8F087F-CA3E-C400-DC76-620C6682B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80E4C6-B599-1B10-58D1-ED9325C8F3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35E551-595C-31B2-9766-14B2B1BD9B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F88A7-2010-4E1A-900C-64B8A1752EB8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418723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DCAF7-8767-5FAD-76EA-21CEF07FC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F685E3-C2CB-9C17-83CA-57139727EB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244B15-AEB3-8DCA-0D8E-AA185C4FD9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E2C65F-7FD7-DF3A-B684-64AF757D8F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F88A7-2010-4E1A-900C-64B8A1752EB8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935659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591AC-3DD4-E70C-F911-0BECDD4B3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9A96F6-6B02-78F1-08B6-B8B0D3D240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08A750-BF75-D7D9-9352-AE518C1C1F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8274AA-A976-0BBD-98DD-E6169A5FCD5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F88A7-2010-4E1A-900C-64B8A1752EB8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98290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9E1DB-DA14-4B00-AA7A-3B995C1AC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575878-6DAD-B605-7C91-35BA6BDA0D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C70873-6E05-E10A-DF4F-A91FBDE052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A19411-3146-10E6-CC95-E57D0747D4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F88A7-2010-4E1A-900C-64B8A1752EB8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083835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0A427-5063-26D1-CD2C-8C714CEAB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0FD302-1E3F-F541-E6BE-E3220C47E5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48DF68-0030-3C75-A35F-7E295E527F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93EE8A-ACD5-A489-4E32-46BE97D845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F88A7-2010-4E1A-900C-64B8A1752EB8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34329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2FE72-3691-6085-5CB9-02C54D21E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C4A2DF-6ADA-7A1F-5A84-111E722D2A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7ADB4E-987E-0261-9107-1AD3DEA9FA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D310D0-26DF-D95E-F9F2-E133943D31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F88A7-2010-4E1A-900C-64B8A1752EB8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310766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50C48-4351-161A-CC08-E909108B3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76C83A-475C-30FB-0FA0-6B0D769B5A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291AB7-93B5-B1ED-A2D0-C1F9A0C634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9F082A-B7BA-33CA-79DA-76FF048AC6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F88A7-2010-4E1A-900C-64B8A1752EB8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164765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2B896-8F31-CAA7-78B1-2F1E51DE7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4AF4B5-5380-E41D-D892-271056E5EC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5806FD-0E7C-618B-9C89-1A472A3BA9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758F4-A121-1D7C-6037-F0E855EEF9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F88A7-2010-4E1A-900C-64B8A1752EB8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00460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DF27F7-7077-5C7E-0223-AC3C5B74F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DC58F4-8B80-42C2-40D1-4C615CFAF4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28ABF2-C1AF-2456-6E49-16B363D3E3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2591D1-F261-8C64-AADD-8F73AAB117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F88A7-2010-4E1A-900C-64B8A1752EB8}" type="slidenum">
              <a:rPr lang="en-CA" smtClean="0"/>
              <a:t>15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474697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53C36-AA70-12D6-91AA-A3EE410DB2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EE64DA-4B09-05EC-B091-2045E8190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3B4E60-A2F3-325C-D285-C34F98AE54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5" name="Header Placeholder 4">
            <a:extLst>
              <a:ext uri="{FF2B5EF4-FFF2-40B4-BE49-F238E27FC236}">
                <a16:creationId xmlns:a16="http://schemas.microsoft.com/office/drawing/2014/main" id="{1DD4EF09-14AD-1DA6-3590-1EBAE4D8BF7A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CA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6940990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F4ED0-1F90-4BFB-0AFC-D8D66AA62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6C6108-07E2-B998-ADBD-95F543E9CD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CD01D6-1642-575C-D342-32FCFE9260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5" name="Header Placeholder 4">
            <a:extLst>
              <a:ext uri="{FF2B5EF4-FFF2-40B4-BE49-F238E27FC236}">
                <a16:creationId xmlns:a16="http://schemas.microsoft.com/office/drawing/2014/main" id="{594AC020-92C8-9822-9FC1-72968CB865B0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CA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6926008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EC214-1A56-5202-3C8E-71238073D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FFC982-1B50-B663-62DF-B5FCD04D47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FA9AB8-C6B5-AC97-A34C-65E968FEF4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5" name="Header Placeholder 4">
            <a:extLst>
              <a:ext uri="{FF2B5EF4-FFF2-40B4-BE49-F238E27FC236}">
                <a16:creationId xmlns:a16="http://schemas.microsoft.com/office/drawing/2014/main" id="{B4E3C367-8954-0983-D988-61753417AC98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CA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8441468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DD306-CABD-DC20-A3E3-2C799731F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CD58B0-A203-77E0-25B5-1A3C588E9A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744A57-FC2C-E127-57E9-B136A28726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E2E2E5"/>
                </a:solidFill>
                <a:effectLst/>
                <a:latin typeface="Google Sans Text"/>
              </a:rPr>
              <a:t>Our project addresses the need for both reliable and sustainable networks. We're focusing on SaskTel as our primary user community.</a:t>
            </a:r>
            <a:endParaRPr lang="en-US" dirty="0"/>
          </a:p>
        </p:txBody>
      </p:sp>
      <p:sp>
        <p:nvSpPr>
          <p:cNvPr id="5" name="Header Placeholder 4">
            <a:extLst>
              <a:ext uri="{FF2B5EF4-FFF2-40B4-BE49-F238E27FC236}">
                <a16:creationId xmlns:a16="http://schemas.microsoft.com/office/drawing/2014/main" id="{563D6B64-F6C6-6EBF-3079-4B444C52297E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CA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26697779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065EAB-92EA-4A20-64A7-F5114F079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64602E-2F13-465F-87FA-7C7D2D6640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33D239-0710-74D1-60FD-C6EA754F11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E2E2E5"/>
                </a:solidFill>
                <a:effectLst/>
                <a:latin typeface="Google Sans Text"/>
              </a:rPr>
              <a:t>Our project addresses the need for both reliable and sustainable networks. We're focusing on SaskTel as our primary user community.</a:t>
            </a:r>
            <a:endParaRPr lang="en-US" dirty="0"/>
          </a:p>
        </p:txBody>
      </p:sp>
      <p:sp>
        <p:nvSpPr>
          <p:cNvPr id="5" name="Header Placeholder 4">
            <a:extLst>
              <a:ext uri="{FF2B5EF4-FFF2-40B4-BE49-F238E27FC236}">
                <a16:creationId xmlns:a16="http://schemas.microsoft.com/office/drawing/2014/main" id="{D367E17D-7C12-584E-2586-C3A1551128B0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CA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07118014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27153-E529-97CF-B7C5-219B38604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E7BA85-72D0-AEAE-1342-D1D5EEDE3E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00FF2F-FC1A-1745-82A2-52E3E961EC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E2E2E5"/>
                </a:solidFill>
                <a:effectLst/>
                <a:latin typeface="Google Sans Text"/>
              </a:rPr>
              <a:t>Our project addresses the need for both reliable and sustainable networks. We're focusing on SaskTel as our primary user community.</a:t>
            </a:r>
            <a:endParaRPr lang="en-US" dirty="0"/>
          </a:p>
        </p:txBody>
      </p:sp>
      <p:sp>
        <p:nvSpPr>
          <p:cNvPr id="5" name="Header Placeholder 4">
            <a:extLst>
              <a:ext uri="{FF2B5EF4-FFF2-40B4-BE49-F238E27FC236}">
                <a16:creationId xmlns:a16="http://schemas.microsoft.com/office/drawing/2014/main" id="{7FB3EA5A-BF41-8DED-C037-5CD3ADA7F4B0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CA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938053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2824E-B4AB-942D-0933-1214889A2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8A2D8A-CAB8-0152-C2EF-B7F65CBE85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32BDE4-D910-C9D3-0B50-106AED46B3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D44993-3A20-9D98-25E2-9584682E13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F88A7-2010-4E1A-900C-64B8A1752EB8}" type="slidenum">
              <a:rPr lang="en-CA" smtClean="0"/>
              <a:t>23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644605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rgbClr val="0059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picture containing text, swimming, ocean floor&#10;&#10;Description automatically generated">
            <a:extLst>
              <a:ext uri="{FF2B5EF4-FFF2-40B4-BE49-F238E27FC236}">
                <a16:creationId xmlns:a16="http://schemas.microsoft.com/office/drawing/2014/main" id="{0D6BB804-59F9-6E31-FCE8-2C51359AFDD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34518D-BC5E-6CF1-4596-C7A385B36A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772319"/>
            <a:ext cx="10734040" cy="1655762"/>
          </a:xfrm>
          <a:prstGeom prst="rect">
            <a:avLst/>
          </a:prstGeom>
        </p:spPr>
        <p:txBody>
          <a:bodyPr anchor="t"/>
          <a:lstStyle>
            <a:lvl1pPr algn="l">
              <a:defRPr sz="6000" b="0" i="0">
                <a:solidFill>
                  <a:srgbClr val="FFC629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CA" dirty="0">
                <a:solidFill>
                  <a:srgbClr val="FFC529"/>
                </a:solidFill>
                <a:effectLst/>
                <a:latin typeface="Arial" panose="020B0604020202020204" pitchFamily="34" charset="0"/>
              </a:rPr>
              <a:t>TITLE OF POWERPOINT</a:t>
            </a:r>
            <a:br>
              <a:rPr lang="en-CA" dirty="0">
                <a:solidFill>
                  <a:srgbClr val="FFC529"/>
                </a:solidFill>
                <a:effectLst/>
                <a:latin typeface="Arial" panose="020B0604020202020204" pitchFamily="34" charset="0"/>
              </a:rPr>
            </a:br>
            <a:r>
              <a:rPr lang="en-CA" dirty="0">
                <a:solidFill>
                  <a:srgbClr val="FFC529"/>
                </a:solidFill>
                <a:effectLst/>
                <a:latin typeface="Arial" panose="020B0604020202020204" pitchFamily="34" charset="0"/>
              </a:rPr>
              <a:t>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894E0B-A687-78B3-9EAC-8ADD81FA42A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38200" y="2601119"/>
            <a:ext cx="10734040" cy="985361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CA" dirty="0">
                <a:effectLst/>
                <a:latin typeface="Arial" panose="020B0604020202020204" pitchFamily="34" charset="0"/>
              </a:rPr>
              <a:t>Faculty Name </a:t>
            </a:r>
            <a:br>
              <a:rPr lang="en-CA" dirty="0">
                <a:effectLst/>
                <a:latin typeface="Arial" panose="020B0604020202020204" pitchFamily="34" charset="0"/>
              </a:rPr>
            </a:br>
            <a:r>
              <a:rPr lang="en-CA" dirty="0">
                <a:effectLst/>
                <a:latin typeface="Arial" panose="020B0604020202020204" pitchFamily="34" charset="0"/>
              </a:rPr>
              <a:t>Appears Here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73AAF9D-40E7-92C1-3A19-A8E0D5F7CA5D}"/>
              </a:ext>
            </a:extLst>
          </p:cNvPr>
          <p:cNvSpPr/>
          <p:nvPr userDrawn="1"/>
        </p:nvSpPr>
        <p:spPr>
          <a:xfrm>
            <a:off x="0" y="5618480"/>
            <a:ext cx="6096000" cy="934720"/>
          </a:xfrm>
          <a:prstGeom prst="rect">
            <a:avLst/>
          </a:prstGeom>
          <a:solidFill>
            <a:srgbClr val="FFC6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FE73E0-ABF0-1B57-F249-0B5D0A559993}"/>
              </a:ext>
            </a:extLst>
          </p:cNvPr>
          <p:cNvSpPr/>
          <p:nvPr userDrawn="1"/>
        </p:nvSpPr>
        <p:spPr>
          <a:xfrm>
            <a:off x="6096000" y="5618320"/>
            <a:ext cx="6096000" cy="934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972A49E-1654-ECBB-68FA-F61CE4792AD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34200" y="5757623"/>
            <a:ext cx="3967566" cy="656115"/>
          </a:xfrm>
          <a:prstGeom prst="rect">
            <a:avLst/>
          </a:prstGeom>
        </p:spPr>
      </p:pic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2AD2460-454C-36AF-DD2D-0083AA74677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43280" y="5811201"/>
            <a:ext cx="4643120" cy="54895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CA" b="1" dirty="0">
                <a:latin typeface="Arial" panose="020B0604020202020204" pitchFamily="34" charset="0"/>
              </a:rPr>
              <a:t>Date XX, 20XX</a:t>
            </a:r>
            <a:endParaRPr lang="en-CA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12028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solidFill>
          <a:srgbClr val="0059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EE796C1-7E0F-70FF-A4F1-5C4B68B36C3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81"/>
            <a:ext cx="12192000" cy="5618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000"/>
            </a:lvl1pPr>
          </a:lstStyle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73AAF9D-40E7-92C1-3A19-A8E0D5F7CA5D}"/>
              </a:ext>
            </a:extLst>
          </p:cNvPr>
          <p:cNvSpPr/>
          <p:nvPr userDrawn="1"/>
        </p:nvSpPr>
        <p:spPr>
          <a:xfrm>
            <a:off x="0" y="5618480"/>
            <a:ext cx="6096000" cy="934720"/>
          </a:xfrm>
          <a:prstGeom prst="rect">
            <a:avLst/>
          </a:prstGeom>
          <a:solidFill>
            <a:srgbClr val="FFC6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FE73E0-ABF0-1B57-F249-0B5D0A559993}"/>
              </a:ext>
            </a:extLst>
          </p:cNvPr>
          <p:cNvSpPr/>
          <p:nvPr userDrawn="1"/>
        </p:nvSpPr>
        <p:spPr>
          <a:xfrm>
            <a:off x="6096000" y="5618320"/>
            <a:ext cx="6096000" cy="934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972A49E-1654-ECBB-68FA-F61CE4792A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34200" y="5757623"/>
            <a:ext cx="3967566" cy="656115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2813434B-6344-5A91-7FA4-A5004FDECBF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772319"/>
            <a:ext cx="11028680" cy="1655762"/>
          </a:xfrm>
          <a:prstGeom prst="rect">
            <a:avLst/>
          </a:prstGeom>
        </p:spPr>
        <p:txBody>
          <a:bodyPr anchor="t"/>
          <a:lstStyle>
            <a:lvl1pPr algn="l">
              <a:defRPr sz="6000" b="0" i="0">
                <a:solidFill>
                  <a:srgbClr val="FFC629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CA" dirty="0">
                <a:solidFill>
                  <a:srgbClr val="FFC529"/>
                </a:solidFill>
                <a:effectLst/>
                <a:latin typeface="Arial" panose="020B0604020202020204" pitchFamily="34" charset="0"/>
              </a:rPr>
              <a:t>TITLE OF POWERPOINT</a:t>
            </a:r>
            <a:br>
              <a:rPr lang="en-CA" dirty="0">
                <a:solidFill>
                  <a:srgbClr val="FFC529"/>
                </a:solidFill>
                <a:effectLst/>
                <a:latin typeface="Arial" panose="020B0604020202020204" pitchFamily="34" charset="0"/>
              </a:rPr>
            </a:br>
            <a:r>
              <a:rPr lang="en-CA" dirty="0">
                <a:solidFill>
                  <a:srgbClr val="FFC529"/>
                </a:solidFill>
                <a:effectLst/>
                <a:latin typeface="Arial" panose="020B0604020202020204" pitchFamily="34" charset="0"/>
              </a:rPr>
              <a:t>PRESENTATION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73397238-2328-4352-1279-40F657DCCEE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38200" y="2601119"/>
            <a:ext cx="5054600" cy="985361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CA" dirty="0">
                <a:effectLst/>
                <a:latin typeface="Arial" panose="020B0604020202020204" pitchFamily="34" charset="0"/>
              </a:rPr>
              <a:t>Faculty Name </a:t>
            </a:r>
            <a:br>
              <a:rPr lang="en-CA" dirty="0">
                <a:effectLst/>
                <a:latin typeface="Arial" panose="020B0604020202020204" pitchFamily="34" charset="0"/>
              </a:rPr>
            </a:br>
            <a:r>
              <a:rPr lang="en-CA" dirty="0">
                <a:effectLst/>
                <a:latin typeface="Arial" panose="020B0604020202020204" pitchFamily="34" charset="0"/>
              </a:rPr>
              <a:t>Appears Here</a:t>
            </a:r>
          </a:p>
        </p:txBody>
      </p:sp>
      <p:sp>
        <p:nvSpPr>
          <p:cNvPr id="13" name="Text Placeholder 16">
            <a:extLst>
              <a:ext uri="{FF2B5EF4-FFF2-40B4-BE49-F238E27FC236}">
                <a16:creationId xmlns:a16="http://schemas.microsoft.com/office/drawing/2014/main" id="{0A0FEFBC-F75A-9C95-6EB4-F707281891E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43280" y="5811201"/>
            <a:ext cx="4683760" cy="54895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CA" b="1" dirty="0">
                <a:latin typeface="Arial" panose="020B0604020202020204" pitchFamily="34" charset="0"/>
              </a:rPr>
              <a:t>Date XX, 20XX</a:t>
            </a:r>
            <a:endParaRPr lang="en-CA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43066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73AAF9D-40E7-92C1-3A19-A8E0D5F7CA5D}"/>
              </a:ext>
            </a:extLst>
          </p:cNvPr>
          <p:cNvSpPr/>
          <p:nvPr userDrawn="1"/>
        </p:nvSpPr>
        <p:spPr>
          <a:xfrm>
            <a:off x="0" y="5618480"/>
            <a:ext cx="6096000" cy="934720"/>
          </a:xfrm>
          <a:prstGeom prst="rect">
            <a:avLst/>
          </a:prstGeom>
          <a:solidFill>
            <a:srgbClr val="FFC6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FE73E0-ABF0-1B57-F249-0B5D0A559993}"/>
              </a:ext>
            </a:extLst>
          </p:cNvPr>
          <p:cNvSpPr/>
          <p:nvPr userDrawn="1"/>
        </p:nvSpPr>
        <p:spPr>
          <a:xfrm>
            <a:off x="6096000" y="5618320"/>
            <a:ext cx="6096000" cy="934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972A49E-1654-ECBB-68FA-F61CE4792A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34200" y="5757623"/>
            <a:ext cx="3967566" cy="656115"/>
          </a:xfrm>
          <a:prstGeom prst="rect">
            <a:avLst/>
          </a:prstGeom>
        </p:spPr>
      </p:pic>
      <p:sp>
        <p:nvSpPr>
          <p:cNvPr id="13" name="Text Placeholder 16">
            <a:extLst>
              <a:ext uri="{FF2B5EF4-FFF2-40B4-BE49-F238E27FC236}">
                <a16:creationId xmlns:a16="http://schemas.microsoft.com/office/drawing/2014/main" id="{0A0FEFBC-F75A-9C95-6EB4-F707281891E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43280" y="5811201"/>
            <a:ext cx="4683760" cy="54895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CA" b="1" dirty="0">
                <a:latin typeface="Arial" panose="020B0604020202020204" pitchFamily="34" charset="0"/>
              </a:rPr>
              <a:t>Date XX, 20XX</a:t>
            </a:r>
            <a:endParaRPr lang="en-CA" dirty="0">
              <a:latin typeface="Arial" panose="020B0604020202020204" pitchFamily="34" charset="0"/>
            </a:endParaRPr>
          </a:p>
        </p:txBody>
      </p:sp>
      <p:sp>
        <p:nvSpPr>
          <p:cNvPr id="2" name="Subtitle 1">
            <a:extLst>
              <a:ext uri="{FF2B5EF4-FFF2-40B4-BE49-F238E27FC236}">
                <a16:creationId xmlns:a16="http://schemas.microsoft.com/office/drawing/2014/main" id="{FE3C3D3C-6CE4-3AAB-32B0-9B9BD98F945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8650" y="2601120"/>
            <a:ext cx="8068310" cy="98536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CA" dirty="0">
                <a:effectLst/>
                <a:latin typeface="Arial" panose="020B0604020202020204" pitchFamily="34" charset="0"/>
              </a:rPr>
              <a:t>Faculty Name </a:t>
            </a:r>
            <a:br>
              <a:rPr lang="en-CA" dirty="0">
                <a:effectLst/>
                <a:latin typeface="Arial" panose="020B0604020202020204" pitchFamily="34" charset="0"/>
              </a:rPr>
            </a:br>
            <a:r>
              <a:rPr lang="en-CA" dirty="0">
                <a:effectLst/>
                <a:latin typeface="Arial" panose="020B0604020202020204" pitchFamily="34" charset="0"/>
              </a:rPr>
              <a:t>Appears Here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F1DCA7C0-9A0E-28E0-8214-51A3691098D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8650" y="707866"/>
            <a:ext cx="11170868" cy="17002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000" b="0" i="0">
                <a:solidFill>
                  <a:srgbClr val="12473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TITLE OF POWERPOINT PRESENTATION</a:t>
            </a:r>
          </a:p>
        </p:txBody>
      </p:sp>
    </p:spTree>
    <p:extLst>
      <p:ext uri="{BB962C8B-B14F-4D97-AF65-F5344CB8AC3E}">
        <p14:creationId xmlns:p14="http://schemas.microsoft.com/office/powerpoint/2010/main" val="22844054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A894E0B-A687-78B3-9EAC-8ADD81FA42A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38200" y="1839433"/>
            <a:ext cx="5816600" cy="4200529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2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CA" dirty="0">
                <a:effectLst/>
                <a:latin typeface="Arial" panose="020B0604020202020204" pitchFamily="34" charset="0"/>
              </a:rPr>
              <a:t>Lorem ipsum dolor sit </a:t>
            </a:r>
            <a:r>
              <a:rPr lang="en-CA" dirty="0" err="1">
                <a:effectLst/>
                <a:latin typeface="Arial" panose="020B0604020202020204" pitchFamily="34" charset="0"/>
              </a:rPr>
              <a:t>amet</a:t>
            </a:r>
            <a:r>
              <a:rPr lang="en-CA" dirty="0">
                <a:effectLst/>
                <a:latin typeface="Arial" panose="020B0604020202020204" pitchFamily="34" charset="0"/>
              </a:rPr>
              <a:t>, </a:t>
            </a:r>
            <a:r>
              <a:rPr lang="en-CA" dirty="0" err="1">
                <a:effectLst/>
                <a:latin typeface="Arial" panose="020B0604020202020204" pitchFamily="34" charset="0"/>
              </a:rPr>
              <a:t>consectetur</a:t>
            </a:r>
            <a:r>
              <a:rPr lang="en-CA" dirty="0">
                <a:effectLst/>
                <a:latin typeface="Arial" panose="020B0604020202020204" pitchFamily="34" charset="0"/>
              </a:rPr>
              <a:t> </a:t>
            </a:r>
            <a:r>
              <a:rPr lang="en-CA" dirty="0" err="1">
                <a:effectLst/>
                <a:latin typeface="Arial" panose="020B0604020202020204" pitchFamily="34" charset="0"/>
              </a:rPr>
              <a:t>adipiscing</a:t>
            </a:r>
            <a:r>
              <a:rPr lang="en-CA" dirty="0">
                <a:effectLst/>
                <a:latin typeface="Arial" panose="020B0604020202020204" pitchFamily="34" charset="0"/>
              </a:rPr>
              <a:t> </a:t>
            </a:r>
            <a:r>
              <a:rPr lang="en-CA" dirty="0" err="1">
                <a:effectLst/>
                <a:latin typeface="Arial" panose="020B0604020202020204" pitchFamily="34" charset="0"/>
              </a:rPr>
              <a:t>elit</a:t>
            </a:r>
            <a:r>
              <a:rPr lang="en-CA" dirty="0">
                <a:effectLst/>
                <a:latin typeface="Arial" panose="020B0604020202020204" pitchFamily="34" charset="0"/>
              </a:rPr>
              <a:t>, sed do </a:t>
            </a:r>
            <a:r>
              <a:rPr lang="en-CA" dirty="0" err="1">
                <a:effectLst/>
                <a:latin typeface="Arial" panose="020B0604020202020204" pitchFamily="34" charset="0"/>
              </a:rPr>
              <a:t>eiusmod</a:t>
            </a:r>
            <a:r>
              <a:rPr lang="en-CA" dirty="0">
                <a:effectLst/>
                <a:latin typeface="Arial" panose="020B0604020202020204" pitchFamily="34" charset="0"/>
              </a:rPr>
              <a:t> </a:t>
            </a:r>
            <a:r>
              <a:rPr lang="en-CA" dirty="0" err="1">
                <a:effectLst/>
                <a:latin typeface="Arial" panose="020B0604020202020204" pitchFamily="34" charset="0"/>
              </a:rPr>
              <a:t>tempor</a:t>
            </a:r>
            <a:r>
              <a:rPr lang="en-CA" dirty="0">
                <a:effectLst/>
                <a:latin typeface="Arial" panose="020B0604020202020204" pitchFamily="34" charset="0"/>
              </a:rPr>
              <a:t> </a:t>
            </a:r>
            <a:r>
              <a:rPr lang="en-CA" dirty="0" err="1">
                <a:effectLst/>
                <a:latin typeface="Arial" panose="020B0604020202020204" pitchFamily="34" charset="0"/>
              </a:rPr>
              <a:t>incididunt</a:t>
            </a:r>
            <a:r>
              <a:rPr lang="en-CA" dirty="0">
                <a:effectLst/>
                <a:latin typeface="Arial" panose="020B0604020202020204" pitchFamily="34" charset="0"/>
              </a:rPr>
              <a:t> labore et dolore magna </a:t>
            </a:r>
            <a:r>
              <a:rPr lang="en-CA" dirty="0" err="1">
                <a:effectLst/>
                <a:latin typeface="Arial" panose="020B0604020202020204" pitchFamily="34" charset="0"/>
              </a:rPr>
              <a:t>aliqua</a:t>
            </a:r>
            <a:r>
              <a:rPr lang="en-CA" dirty="0">
                <a:effectLst/>
                <a:latin typeface="Arial" panose="020B0604020202020204" pitchFamily="34" charset="0"/>
              </a:rPr>
              <a:t>. </a:t>
            </a:r>
          </a:p>
          <a:p>
            <a:r>
              <a:rPr lang="en-CA" dirty="0">
                <a:effectLst/>
                <a:latin typeface="Arial" panose="020B0604020202020204" pitchFamily="34" charset="0"/>
              </a:rPr>
              <a:t>Ut </a:t>
            </a:r>
            <a:r>
              <a:rPr lang="en-CA" dirty="0" err="1">
                <a:effectLst/>
                <a:latin typeface="Arial" panose="020B0604020202020204" pitchFamily="34" charset="0"/>
              </a:rPr>
              <a:t>enim</a:t>
            </a:r>
            <a:r>
              <a:rPr lang="en-CA" dirty="0">
                <a:effectLst/>
                <a:latin typeface="Arial" panose="020B0604020202020204" pitchFamily="34" charset="0"/>
              </a:rPr>
              <a:t> ad minim </a:t>
            </a:r>
            <a:r>
              <a:rPr lang="en-CA" dirty="0" err="1">
                <a:effectLst/>
                <a:latin typeface="Arial" panose="020B0604020202020204" pitchFamily="34" charset="0"/>
              </a:rPr>
              <a:t>veniam</a:t>
            </a:r>
            <a:r>
              <a:rPr lang="en-CA" dirty="0">
                <a:effectLst/>
                <a:latin typeface="Arial" panose="020B0604020202020204" pitchFamily="34" charset="0"/>
              </a:rPr>
              <a:t>, </a:t>
            </a:r>
            <a:r>
              <a:rPr lang="en-CA" dirty="0" err="1">
                <a:effectLst/>
                <a:latin typeface="Arial" panose="020B0604020202020204" pitchFamily="34" charset="0"/>
              </a:rPr>
              <a:t>quis</a:t>
            </a:r>
            <a:r>
              <a:rPr lang="en-CA" dirty="0">
                <a:effectLst/>
                <a:latin typeface="Arial" panose="020B0604020202020204" pitchFamily="34" charset="0"/>
              </a:rPr>
              <a:t> </a:t>
            </a:r>
            <a:r>
              <a:rPr lang="en-CA" dirty="0" err="1">
                <a:effectLst/>
                <a:latin typeface="Arial" panose="020B0604020202020204" pitchFamily="34" charset="0"/>
              </a:rPr>
              <a:t>nostrud</a:t>
            </a:r>
            <a:r>
              <a:rPr lang="en-CA" dirty="0">
                <a:effectLst/>
                <a:latin typeface="Arial" panose="020B0604020202020204" pitchFamily="34" charset="0"/>
              </a:rPr>
              <a:t> exercitation </a:t>
            </a:r>
            <a:r>
              <a:rPr lang="en-CA" dirty="0" err="1">
                <a:effectLst/>
                <a:latin typeface="Arial" panose="020B0604020202020204" pitchFamily="34" charset="0"/>
              </a:rPr>
              <a:t>ullamco</a:t>
            </a:r>
            <a:r>
              <a:rPr lang="en-CA" dirty="0">
                <a:effectLst/>
                <a:latin typeface="Arial" panose="020B0604020202020204" pitchFamily="34" charset="0"/>
              </a:rPr>
              <a:t> </a:t>
            </a:r>
            <a:r>
              <a:rPr lang="en-CA" dirty="0" err="1">
                <a:effectLst/>
                <a:latin typeface="Arial" panose="020B0604020202020204" pitchFamily="34" charset="0"/>
              </a:rPr>
              <a:t>laboris</a:t>
            </a:r>
            <a:r>
              <a:rPr lang="en-CA" dirty="0">
                <a:effectLst/>
                <a:latin typeface="Arial" panose="020B0604020202020204" pitchFamily="34" charset="0"/>
              </a:rPr>
              <a:t> nisi </a:t>
            </a:r>
            <a:r>
              <a:rPr lang="en-CA" dirty="0" err="1">
                <a:effectLst/>
                <a:latin typeface="Arial" panose="020B0604020202020204" pitchFamily="34" charset="0"/>
              </a:rPr>
              <a:t>ut</a:t>
            </a:r>
            <a:r>
              <a:rPr lang="en-CA" dirty="0">
                <a:effectLst/>
                <a:latin typeface="Arial" panose="020B0604020202020204" pitchFamily="34" charset="0"/>
              </a:rPr>
              <a:t> </a:t>
            </a:r>
            <a:r>
              <a:rPr lang="en-CA" dirty="0" err="1">
                <a:effectLst/>
                <a:latin typeface="Arial" panose="020B0604020202020204" pitchFamily="34" charset="0"/>
              </a:rPr>
              <a:t>aliquip</a:t>
            </a:r>
            <a:r>
              <a:rPr lang="en-CA" dirty="0">
                <a:effectLst/>
                <a:latin typeface="Arial" panose="020B0604020202020204" pitchFamily="34" charset="0"/>
              </a:rPr>
              <a:t> ex </a:t>
            </a:r>
            <a:r>
              <a:rPr lang="en-CA" dirty="0" err="1">
                <a:effectLst/>
                <a:latin typeface="Arial" panose="020B0604020202020204" pitchFamily="34" charset="0"/>
              </a:rPr>
              <a:t>ea</a:t>
            </a:r>
            <a:r>
              <a:rPr lang="en-CA" dirty="0">
                <a:effectLst/>
                <a:latin typeface="Arial" panose="020B0604020202020204" pitchFamily="34" charset="0"/>
              </a:rPr>
              <a:t> </a:t>
            </a:r>
            <a:r>
              <a:rPr lang="en-CA" dirty="0" err="1">
                <a:effectLst/>
                <a:latin typeface="Arial" panose="020B0604020202020204" pitchFamily="34" charset="0"/>
              </a:rPr>
              <a:t>commodo</a:t>
            </a:r>
            <a:r>
              <a:rPr lang="en-CA" dirty="0">
                <a:effectLst/>
                <a:latin typeface="Arial" panose="020B0604020202020204" pitchFamily="34" charset="0"/>
              </a:rPr>
              <a:t> </a:t>
            </a:r>
            <a:r>
              <a:rPr lang="en-CA" dirty="0" err="1">
                <a:effectLst/>
                <a:latin typeface="Arial" panose="020B0604020202020204" pitchFamily="34" charset="0"/>
              </a:rPr>
              <a:t>consequat</a:t>
            </a:r>
            <a:r>
              <a:rPr lang="en-CA" dirty="0">
                <a:effectLst/>
                <a:latin typeface="Arial" panose="020B0604020202020204" pitchFamily="34" charset="0"/>
              </a:rPr>
              <a:t>.</a:t>
            </a:r>
          </a:p>
          <a:p>
            <a:r>
              <a:rPr lang="en-CA" dirty="0">
                <a:effectLst/>
                <a:latin typeface="Arial" panose="020B0604020202020204" pitchFamily="34" charset="0"/>
              </a:rPr>
              <a:t>Lorem ipsum dolor sit </a:t>
            </a:r>
            <a:r>
              <a:rPr lang="en-CA" dirty="0" err="1">
                <a:effectLst/>
                <a:latin typeface="Arial" panose="020B0604020202020204" pitchFamily="34" charset="0"/>
              </a:rPr>
              <a:t>amet</a:t>
            </a:r>
            <a:r>
              <a:rPr lang="en-CA" dirty="0">
                <a:effectLst/>
                <a:latin typeface="Arial" panose="020B0604020202020204" pitchFamily="34" charset="0"/>
              </a:rPr>
              <a:t>,  </a:t>
            </a:r>
            <a:r>
              <a:rPr lang="en-CA" dirty="0" err="1">
                <a:effectLst/>
                <a:latin typeface="Arial" panose="020B0604020202020204" pitchFamily="34" charset="0"/>
              </a:rPr>
              <a:t>onsectetur</a:t>
            </a:r>
            <a:r>
              <a:rPr lang="en-CA" dirty="0">
                <a:effectLst/>
                <a:latin typeface="Arial" panose="020B0604020202020204" pitchFamily="34" charset="0"/>
              </a:rPr>
              <a:t> </a:t>
            </a:r>
            <a:r>
              <a:rPr lang="en-CA" dirty="0" err="1">
                <a:effectLst/>
                <a:latin typeface="Arial" panose="020B0604020202020204" pitchFamily="34" charset="0"/>
              </a:rPr>
              <a:t>adipiscing</a:t>
            </a:r>
            <a:r>
              <a:rPr lang="en-CA" dirty="0">
                <a:effectLst/>
                <a:latin typeface="Arial" panose="020B0604020202020204" pitchFamily="34" charset="0"/>
              </a:rPr>
              <a:t> </a:t>
            </a:r>
            <a:r>
              <a:rPr lang="en-CA" dirty="0" err="1">
                <a:effectLst/>
                <a:latin typeface="Arial" panose="020B0604020202020204" pitchFamily="34" charset="0"/>
              </a:rPr>
              <a:t>elit</a:t>
            </a:r>
            <a:r>
              <a:rPr lang="en-CA" dirty="0">
                <a:effectLst/>
                <a:latin typeface="Arial" panose="020B0604020202020204" pitchFamily="34" charset="0"/>
              </a:rPr>
              <a:t>, sed do </a:t>
            </a:r>
            <a:r>
              <a:rPr lang="en-CA" dirty="0" err="1">
                <a:effectLst/>
                <a:latin typeface="Arial" panose="020B0604020202020204" pitchFamily="34" charset="0"/>
              </a:rPr>
              <a:t>eiusmod</a:t>
            </a:r>
            <a:r>
              <a:rPr lang="en-CA" dirty="0">
                <a:effectLst/>
                <a:latin typeface="Arial" panose="020B0604020202020204" pitchFamily="34" charset="0"/>
              </a:rPr>
              <a:t> </a:t>
            </a:r>
            <a:r>
              <a:rPr lang="en-CA" dirty="0" err="1">
                <a:effectLst/>
                <a:latin typeface="Arial" panose="020B0604020202020204" pitchFamily="34" charset="0"/>
              </a:rPr>
              <a:t>tempor</a:t>
            </a:r>
            <a:r>
              <a:rPr lang="en-CA" dirty="0">
                <a:effectLst/>
                <a:latin typeface="Arial" panose="020B0604020202020204" pitchFamily="34" charset="0"/>
              </a:rPr>
              <a:t> </a:t>
            </a:r>
            <a:r>
              <a:rPr lang="en-CA" dirty="0" err="1">
                <a:effectLst/>
                <a:latin typeface="Arial" panose="020B0604020202020204" pitchFamily="34" charset="0"/>
              </a:rPr>
              <a:t>incididunt</a:t>
            </a:r>
            <a:r>
              <a:rPr lang="en-CA" dirty="0">
                <a:effectLst/>
                <a:latin typeface="Arial" panose="020B0604020202020204" pitchFamily="34" charset="0"/>
              </a:rPr>
              <a:t> labore et dolore magna </a:t>
            </a:r>
            <a:r>
              <a:rPr lang="en-CA" dirty="0" err="1">
                <a:effectLst/>
                <a:latin typeface="Arial" panose="020B0604020202020204" pitchFamily="34" charset="0"/>
              </a:rPr>
              <a:t>aliqua</a:t>
            </a:r>
            <a:r>
              <a:rPr lang="en-CA" dirty="0">
                <a:effectLst/>
                <a:latin typeface="Arial" panose="020B0604020202020204" pitchFamily="34" charset="0"/>
              </a:rPr>
              <a:t>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73AAF9D-40E7-92C1-3A19-A8E0D5F7CA5D}"/>
              </a:ext>
            </a:extLst>
          </p:cNvPr>
          <p:cNvSpPr/>
          <p:nvPr userDrawn="1"/>
        </p:nvSpPr>
        <p:spPr>
          <a:xfrm flipV="1">
            <a:off x="0" y="6457687"/>
            <a:ext cx="9544833" cy="45719"/>
          </a:xfrm>
          <a:prstGeom prst="rect">
            <a:avLst/>
          </a:prstGeom>
          <a:solidFill>
            <a:srgbClr val="FFC6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972A49E-1654-ECBB-68FA-F61CE4792A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77400" y="6291102"/>
            <a:ext cx="2291166" cy="378889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AD365E25-E7E3-9C61-2A8E-E7365A596E9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54241" y="1839913"/>
            <a:ext cx="4439920" cy="42005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US" dirty="0"/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375A2175-C58A-49B1-FE6A-82AD91D11B0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706810"/>
            <a:ext cx="10855961" cy="7463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5400" b="0" i="0">
                <a:solidFill>
                  <a:srgbClr val="12473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TITLE &amp; CONTENT HEADER</a:t>
            </a:r>
          </a:p>
        </p:txBody>
      </p:sp>
    </p:spTree>
    <p:extLst>
      <p:ext uri="{BB962C8B-B14F-4D97-AF65-F5344CB8AC3E}">
        <p14:creationId xmlns:p14="http://schemas.microsoft.com/office/powerpoint/2010/main" val="239973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A894E0B-A687-78B3-9EAC-8ADD81FA42A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38200" y="1839433"/>
            <a:ext cx="10490200" cy="4200529"/>
          </a:xfrm>
          <a:prstGeom prst="rect">
            <a:avLst/>
          </a:prstGeom>
        </p:spPr>
        <p:txBody>
          <a:bodyPr/>
          <a:lstStyle>
            <a:lvl1pPr marL="342900" indent="-342900" algn="l">
              <a:lnSpc>
                <a:spcPct val="100000"/>
              </a:lnSpc>
              <a:buClr>
                <a:srgbClr val="FFC629"/>
              </a:buClr>
              <a:buFont typeface="Arial" panose="020B0604020202020204" pitchFamily="34" charset="0"/>
              <a:buChar char="•"/>
              <a:defRPr sz="22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CA" dirty="0">
                <a:effectLst/>
                <a:latin typeface="Arial" panose="020B0604020202020204" pitchFamily="34" charset="0"/>
              </a:rPr>
              <a:t>Lorem ipsum dolor sit </a:t>
            </a:r>
            <a:r>
              <a:rPr lang="en-CA" dirty="0" err="1">
                <a:effectLst/>
                <a:latin typeface="Arial" panose="020B0604020202020204" pitchFamily="34" charset="0"/>
              </a:rPr>
              <a:t>amet</a:t>
            </a:r>
            <a:r>
              <a:rPr lang="en-CA" dirty="0">
                <a:effectLst/>
                <a:latin typeface="Arial" panose="020B0604020202020204" pitchFamily="34" charset="0"/>
              </a:rPr>
              <a:t>, </a:t>
            </a:r>
            <a:r>
              <a:rPr lang="en-CA" dirty="0" err="1">
                <a:effectLst/>
                <a:latin typeface="Arial" panose="020B0604020202020204" pitchFamily="34" charset="0"/>
              </a:rPr>
              <a:t>consectetur</a:t>
            </a:r>
            <a:r>
              <a:rPr lang="en-CA" dirty="0">
                <a:effectLst/>
                <a:latin typeface="Arial" panose="020B0604020202020204" pitchFamily="34" charset="0"/>
              </a:rPr>
              <a:t> </a:t>
            </a:r>
            <a:r>
              <a:rPr lang="en-CA" dirty="0" err="1">
                <a:effectLst/>
                <a:latin typeface="Arial" panose="020B0604020202020204" pitchFamily="34" charset="0"/>
              </a:rPr>
              <a:t>adipiscing</a:t>
            </a:r>
            <a:r>
              <a:rPr lang="en-CA" dirty="0">
                <a:effectLst/>
                <a:latin typeface="Arial" panose="020B0604020202020204" pitchFamily="34" charset="0"/>
              </a:rPr>
              <a:t> </a:t>
            </a:r>
            <a:r>
              <a:rPr lang="en-CA" dirty="0" err="1">
                <a:effectLst/>
                <a:latin typeface="Arial" panose="020B0604020202020204" pitchFamily="34" charset="0"/>
              </a:rPr>
              <a:t>elit</a:t>
            </a:r>
            <a:r>
              <a:rPr lang="en-CA" dirty="0">
                <a:effectLst/>
                <a:latin typeface="Arial" panose="020B0604020202020204" pitchFamily="34" charset="0"/>
              </a:rPr>
              <a:t>, sed do </a:t>
            </a:r>
            <a:r>
              <a:rPr lang="en-CA" dirty="0" err="1">
                <a:effectLst/>
                <a:latin typeface="Arial" panose="020B0604020202020204" pitchFamily="34" charset="0"/>
              </a:rPr>
              <a:t>eiusmod</a:t>
            </a:r>
            <a:r>
              <a:rPr lang="en-CA" dirty="0">
                <a:effectLst/>
                <a:latin typeface="Arial" panose="020B0604020202020204" pitchFamily="34" charset="0"/>
              </a:rPr>
              <a:t> </a:t>
            </a:r>
            <a:r>
              <a:rPr lang="en-CA" dirty="0" err="1">
                <a:effectLst/>
                <a:latin typeface="Arial" panose="020B0604020202020204" pitchFamily="34" charset="0"/>
              </a:rPr>
              <a:t>tempor</a:t>
            </a:r>
            <a:r>
              <a:rPr lang="en-CA" dirty="0">
                <a:effectLst/>
                <a:latin typeface="Arial" panose="020B0604020202020204" pitchFamily="34" charset="0"/>
              </a:rPr>
              <a:t> </a:t>
            </a:r>
            <a:r>
              <a:rPr lang="en-CA" dirty="0" err="1">
                <a:effectLst/>
                <a:latin typeface="Arial" panose="020B0604020202020204" pitchFamily="34" charset="0"/>
              </a:rPr>
              <a:t>incididunt</a:t>
            </a:r>
            <a:r>
              <a:rPr lang="en-CA" dirty="0">
                <a:effectLst/>
                <a:latin typeface="Arial" panose="020B0604020202020204" pitchFamily="34" charset="0"/>
              </a:rPr>
              <a:t> labore et dolore magna </a:t>
            </a:r>
            <a:r>
              <a:rPr lang="en-CA" dirty="0" err="1">
                <a:effectLst/>
                <a:latin typeface="Arial" panose="020B0604020202020204" pitchFamily="34" charset="0"/>
              </a:rPr>
              <a:t>aliqua</a:t>
            </a:r>
            <a:r>
              <a:rPr lang="en-CA" dirty="0">
                <a:effectLst/>
                <a:latin typeface="Arial" panose="020B0604020202020204" pitchFamily="34" charset="0"/>
              </a:rPr>
              <a:t>. </a:t>
            </a:r>
          </a:p>
          <a:p>
            <a:r>
              <a:rPr lang="en-CA" dirty="0">
                <a:effectLst/>
                <a:latin typeface="Arial" panose="020B0604020202020204" pitchFamily="34" charset="0"/>
              </a:rPr>
              <a:t>Ut </a:t>
            </a:r>
            <a:r>
              <a:rPr lang="en-CA" dirty="0" err="1">
                <a:effectLst/>
                <a:latin typeface="Arial" panose="020B0604020202020204" pitchFamily="34" charset="0"/>
              </a:rPr>
              <a:t>enim</a:t>
            </a:r>
            <a:r>
              <a:rPr lang="en-CA" dirty="0">
                <a:effectLst/>
                <a:latin typeface="Arial" panose="020B0604020202020204" pitchFamily="34" charset="0"/>
              </a:rPr>
              <a:t> ad minim </a:t>
            </a:r>
            <a:r>
              <a:rPr lang="en-CA" dirty="0" err="1">
                <a:effectLst/>
                <a:latin typeface="Arial" panose="020B0604020202020204" pitchFamily="34" charset="0"/>
              </a:rPr>
              <a:t>veniam</a:t>
            </a:r>
            <a:r>
              <a:rPr lang="en-CA" dirty="0">
                <a:effectLst/>
                <a:latin typeface="Arial" panose="020B0604020202020204" pitchFamily="34" charset="0"/>
              </a:rPr>
              <a:t>, </a:t>
            </a:r>
            <a:r>
              <a:rPr lang="en-CA" dirty="0" err="1">
                <a:effectLst/>
                <a:latin typeface="Arial" panose="020B0604020202020204" pitchFamily="34" charset="0"/>
              </a:rPr>
              <a:t>quis</a:t>
            </a:r>
            <a:r>
              <a:rPr lang="en-CA" dirty="0">
                <a:effectLst/>
                <a:latin typeface="Arial" panose="020B0604020202020204" pitchFamily="34" charset="0"/>
              </a:rPr>
              <a:t> </a:t>
            </a:r>
            <a:r>
              <a:rPr lang="en-CA" dirty="0" err="1">
                <a:effectLst/>
                <a:latin typeface="Arial" panose="020B0604020202020204" pitchFamily="34" charset="0"/>
              </a:rPr>
              <a:t>nostrud</a:t>
            </a:r>
            <a:r>
              <a:rPr lang="en-CA" dirty="0">
                <a:effectLst/>
                <a:latin typeface="Arial" panose="020B0604020202020204" pitchFamily="34" charset="0"/>
              </a:rPr>
              <a:t> exercitation </a:t>
            </a:r>
            <a:r>
              <a:rPr lang="en-CA" dirty="0" err="1">
                <a:effectLst/>
                <a:latin typeface="Arial" panose="020B0604020202020204" pitchFamily="34" charset="0"/>
              </a:rPr>
              <a:t>ullamco</a:t>
            </a:r>
            <a:r>
              <a:rPr lang="en-CA" dirty="0">
                <a:effectLst/>
                <a:latin typeface="Arial" panose="020B0604020202020204" pitchFamily="34" charset="0"/>
              </a:rPr>
              <a:t> </a:t>
            </a:r>
            <a:r>
              <a:rPr lang="en-CA" dirty="0" err="1">
                <a:effectLst/>
                <a:latin typeface="Arial" panose="020B0604020202020204" pitchFamily="34" charset="0"/>
              </a:rPr>
              <a:t>laboris</a:t>
            </a:r>
            <a:r>
              <a:rPr lang="en-CA" dirty="0">
                <a:effectLst/>
                <a:latin typeface="Arial" panose="020B0604020202020204" pitchFamily="34" charset="0"/>
              </a:rPr>
              <a:t> nisi </a:t>
            </a:r>
            <a:r>
              <a:rPr lang="en-CA" dirty="0" err="1">
                <a:effectLst/>
                <a:latin typeface="Arial" panose="020B0604020202020204" pitchFamily="34" charset="0"/>
              </a:rPr>
              <a:t>ut</a:t>
            </a:r>
            <a:r>
              <a:rPr lang="en-CA" dirty="0">
                <a:effectLst/>
                <a:latin typeface="Arial" panose="020B0604020202020204" pitchFamily="34" charset="0"/>
              </a:rPr>
              <a:t> </a:t>
            </a:r>
            <a:r>
              <a:rPr lang="en-CA" dirty="0" err="1">
                <a:effectLst/>
                <a:latin typeface="Arial" panose="020B0604020202020204" pitchFamily="34" charset="0"/>
              </a:rPr>
              <a:t>aliquip</a:t>
            </a:r>
            <a:r>
              <a:rPr lang="en-CA" dirty="0">
                <a:effectLst/>
                <a:latin typeface="Arial" panose="020B0604020202020204" pitchFamily="34" charset="0"/>
              </a:rPr>
              <a:t> ex </a:t>
            </a:r>
            <a:r>
              <a:rPr lang="en-CA" dirty="0" err="1">
                <a:effectLst/>
                <a:latin typeface="Arial" panose="020B0604020202020204" pitchFamily="34" charset="0"/>
              </a:rPr>
              <a:t>ea</a:t>
            </a:r>
            <a:r>
              <a:rPr lang="en-CA" dirty="0">
                <a:effectLst/>
                <a:latin typeface="Arial" panose="020B0604020202020204" pitchFamily="34" charset="0"/>
              </a:rPr>
              <a:t> </a:t>
            </a:r>
            <a:r>
              <a:rPr lang="en-CA" dirty="0" err="1">
                <a:effectLst/>
                <a:latin typeface="Arial" panose="020B0604020202020204" pitchFamily="34" charset="0"/>
              </a:rPr>
              <a:t>commodo</a:t>
            </a:r>
            <a:r>
              <a:rPr lang="en-CA" dirty="0">
                <a:effectLst/>
                <a:latin typeface="Arial" panose="020B0604020202020204" pitchFamily="34" charset="0"/>
              </a:rPr>
              <a:t> </a:t>
            </a:r>
            <a:r>
              <a:rPr lang="en-CA" dirty="0" err="1">
                <a:effectLst/>
                <a:latin typeface="Arial" panose="020B0604020202020204" pitchFamily="34" charset="0"/>
              </a:rPr>
              <a:t>consequat</a:t>
            </a:r>
            <a:r>
              <a:rPr lang="en-CA" dirty="0">
                <a:effectLst/>
                <a:latin typeface="Arial" panose="020B0604020202020204" pitchFamily="34" charset="0"/>
              </a:rPr>
              <a:t>.</a:t>
            </a:r>
          </a:p>
          <a:p>
            <a:r>
              <a:rPr lang="en-CA" dirty="0">
                <a:effectLst/>
                <a:latin typeface="Arial" panose="020B0604020202020204" pitchFamily="34" charset="0"/>
              </a:rPr>
              <a:t>Lorem ipsum dolor sit </a:t>
            </a:r>
            <a:r>
              <a:rPr lang="en-CA" dirty="0" err="1">
                <a:effectLst/>
                <a:latin typeface="Arial" panose="020B0604020202020204" pitchFamily="34" charset="0"/>
              </a:rPr>
              <a:t>amet</a:t>
            </a:r>
            <a:r>
              <a:rPr lang="en-CA" dirty="0">
                <a:effectLst/>
                <a:latin typeface="Arial" panose="020B0604020202020204" pitchFamily="34" charset="0"/>
              </a:rPr>
              <a:t>, </a:t>
            </a:r>
            <a:r>
              <a:rPr lang="en-CA" dirty="0" err="1">
                <a:effectLst/>
                <a:latin typeface="Arial" panose="020B0604020202020204" pitchFamily="34" charset="0"/>
              </a:rPr>
              <a:t>consectetur</a:t>
            </a:r>
            <a:r>
              <a:rPr lang="en-CA" dirty="0">
                <a:effectLst/>
                <a:latin typeface="Arial" panose="020B0604020202020204" pitchFamily="34" charset="0"/>
              </a:rPr>
              <a:t> </a:t>
            </a:r>
            <a:r>
              <a:rPr lang="en-CA" dirty="0" err="1">
                <a:effectLst/>
                <a:latin typeface="Arial" panose="020B0604020202020204" pitchFamily="34" charset="0"/>
              </a:rPr>
              <a:t>adipiscing</a:t>
            </a:r>
            <a:r>
              <a:rPr lang="en-CA" dirty="0">
                <a:effectLst/>
                <a:latin typeface="Arial" panose="020B0604020202020204" pitchFamily="34" charset="0"/>
              </a:rPr>
              <a:t> </a:t>
            </a:r>
            <a:r>
              <a:rPr lang="en-CA" dirty="0" err="1">
                <a:effectLst/>
                <a:latin typeface="Arial" panose="020B0604020202020204" pitchFamily="34" charset="0"/>
              </a:rPr>
              <a:t>elit</a:t>
            </a:r>
            <a:r>
              <a:rPr lang="en-CA" dirty="0">
                <a:effectLst/>
                <a:latin typeface="Arial" panose="020B0604020202020204" pitchFamily="34" charset="0"/>
              </a:rPr>
              <a:t>, sed do </a:t>
            </a:r>
            <a:r>
              <a:rPr lang="en-CA" dirty="0" err="1">
                <a:effectLst/>
                <a:latin typeface="Arial" panose="020B0604020202020204" pitchFamily="34" charset="0"/>
              </a:rPr>
              <a:t>eiusmod</a:t>
            </a:r>
            <a:r>
              <a:rPr lang="en-CA" dirty="0">
                <a:effectLst/>
                <a:latin typeface="Arial" panose="020B0604020202020204" pitchFamily="34" charset="0"/>
              </a:rPr>
              <a:t> </a:t>
            </a:r>
            <a:r>
              <a:rPr lang="en-CA" dirty="0" err="1">
                <a:effectLst/>
                <a:latin typeface="Arial" panose="020B0604020202020204" pitchFamily="34" charset="0"/>
              </a:rPr>
              <a:t>tempor</a:t>
            </a:r>
            <a:r>
              <a:rPr lang="en-CA" dirty="0">
                <a:effectLst/>
                <a:latin typeface="Arial" panose="020B0604020202020204" pitchFamily="34" charset="0"/>
              </a:rPr>
              <a:t> </a:t>
            </a:r>
            <a:r>
              <a:rPr lang="en-CA" dirty="0" err="1">
                <a:effectLst/>
                <a:latin typeface="Arial" panose="020B0604020202020204" pitchFamily="34" charset="0"/>
              </a:rPr>
              <a:t>incididunt</a:t>
            </a:r>
            <a:r>
              <a:rPr lang="en-CA" dirty="0">
                <a:effectLst/>
                <a:latin typeface="Arial" panose="020B0604020202020204" pitchFamily="34" charset="0"/>
              </a:rPr>
              <a:t> labore et dolore magna </a:t>
            </a:r>
            <a:r>
              <a:rPr lang="en-CA" dirty="0" err="1">
                <a:effectLst/>
                <a:latin typeface="Arial" panose="020B0604020202020204" pitchFamily="34" charset="0"/>
              </a:rPr>
              <a:t>aliqua</a:t>
            </a:r>
            <a:r>
              <a:rPr lang="en-CA" dirty="0">
                <a:effectLst/>
                <a:latin typeface="Arial" panose="020B0604020202020204" pitchFamily="34" charset="0"/>
              </a:rPr>
              <a:t>.</a:t>
            </a:r>
          </a:p>
          <a:p>
            <a:r>
              <a:rPr lang="en-CA" dirty="0">
                <a:effectLst/>
                <a:latin typeface="Arial" panose="020B0604020202020204" pitchFamily="34" charset="0"/>
              </a:rPr>
              <a:t>Ut </a:t>
            </a:r>
            <a:r>
              <a:rPr lang="en-CA" dirty="0" err="1">
                <a:effectLst/>
                <a:latin typeface="Arial" panose="020B0604020202020204" pitchFamily="34" charset="0"/>
              </a:rPr>
              <a:t>enim</a:t>
            </a:r>
            <a:r>
              <a:rPr lang="en-CA" dirty="0">
                <a:effectLst/>
                <a:latin typeface="Arial" panose="020B0604020202020204" pitchFamily="34" charset="0"/>
              </a:rPr>
              <a:t> ad minim </a:t>
            </a:r>
            <a:r>
              <a:rPr lang="en-CA" dirty="0" err="1">
                <a:effectLst/>
                <a:latin typeface="Arial" panose="020B0604020202020204" pitchFamily="34" charset="0"/>
              </a:rPr>
              <a:t>veniam</a:t>
            </a:r>
            <a:r>
              <a:rPr lang="en-CA" dirty="0">
                <a:effectLst/>
                <a:latin typeface="Arial" panose="020B0604020202020204" pitchFamily="34" charset="0"/>
              </a:rPr>
              <a:t>, </a:t>
            </a:r>
            <a:r>
              <a:rPr lang="en-CA" dirty="0" err="1">
                <a:effectLst/>
                <a:latin typeface="Arial" panose="020B0604020202020204" pitchFamily="34" charset="0"/>
              </a:rPr>
              <a:t>quis</a:t>
            </a:r>
            <a:r>
              <a:rPr lang="en-CA" dirty="0">
                <a:effectLst/>
                <a:latin typeface="Arial" panose="020B0604020202020204" pitchFamily="34" charset="0"/>
              </a:rPr>
              <a:t> </a:t>
            </a:r>
            <a:r>
              <a:rPr lang="en-CA" dirty="0" err="1">
                <a:effectLst/>
                <a:latin typeface="Arial" panose="020B0604020202020204" pitchFamily="34" charset="0"/>
              </a:rPr>
              <a:t>nostrud</a:t>
            </a:r>
            <a:r>
              <a:rPr lang="en-CA" dirty="0">
                <a:effectLst/>
                <a:latin typeface="Arial" panose="020B0604020202020204" pitchFamily="34" charset="0"/>
              </a:rPr>
              <a:t> exercitation </a:t>
            </a:r>
            <a:r>
              <a:rPr lang="en-CA" dirty="0" err="1">
                <a:effectLst/>
                <a:latin typeface="Arial" panose="020B0604020202020204" pitchFamily="34" charset="0"/>
              </a:rPr>
              <a:t>ullamco</a:t>
            </a:r>
            <a:r>
              <a:rPr lang="en-CA" dirty="0">
                <a:effectLst/>
                <a:latin typeface="Arial" panose="020B0604020202020204" pitchFamily="34" charset="0"/>
              </a:rPr>
              <a:t> </a:t>
            </a:r>
            <a:r>
              <a:rPr lang="en-CA" dirty="0" err="1">
                <a:effectLst/>
                <a:latin typeface="Arial" panose="020B0604020202020204" pitchFamily="34" charset="0"/>
              </a:rPr>
              <a:t>laboris</a:t>
            </a:r>
            <a:r>
              <a:rPr lang="en-CA" dirty="0">
                <a:effectLst/>
                <a:latin typeface="Arial" panose="020B0604020202020204" pitchFamily="34" charset="0"/>
              </a:rPr>
              <a:t> nisi </a:t>
            </a:r>
            <a:r>
              <a:rPr lang="en-CA" dirty="0" err="1">
                <a:effectLst/>
                <a:latin typeface="Arial" panose="020B0604020202020204" pitchFamily="34" charset="0"/>
              </a:rPr>
              <a:t>ut</a:t>
            </a:r>
            <a:r>
              <a:rPr lang="en-CA" dirty="0">
                <a:effectLst/>
                <a:latin typeface="Arial" panose="020B0604020202020204" pitchFamily="34" charset="0"/>
              </a:rPr>
              <a:t> </a:t>
            </a:r>
            <a:r>
              <a:rPr lang="en-CA" dirty="0" err="1">
                <a:effectLst/>
                <a:latin typeface="Arial" panose="020B0604020202020204" pitchFamily="34" charset="0"/>
              </a:rPr>
              <a:t>aliquip</a:t>
            </a:r>
            <a:r>
              <a:rPr lang="en-CA" dirty="0">
                <a:effectLst/>
                <a:latin typeface="Arial" panose="020B0604020202020204" pitchFamily="34" charset="0"/>
              </a:rPr>
              <a:t> ex </a:t>
            </a:r>
            <a:r>
              <a:rPr lang="en-CA" dirty="0" err="1">
                <a:effectLst/>
                <a:latin typeface="Arial" panose="020B0604020202020204" pitchFamily="34" charset="0"/>
              </a:rPr>
              <a:t>ea</a:t>
            </a:r>
            <a:r>
              <a:rPr lang="en-CA" dirty="0">
                <a:effectLst/>
                <a:latin typeface="Arial" panose="020B0604020202020204" pitchFamily="34" charset="0"/>
              </a:rPr>
              <a:t> </a:t>
            </a:r>
            <a:r>
              <a:rPr lang="en-CA" dirty="0" err="1">
                <a:effectLst/>
                <a:latin typeface="Arial" panose="020B0604020202020204" pitchFamily="34" charset="0"/>
              </a:rPr>
              <a:t>commodo</a:t>
            </a:r>
            <a:r>
              <a:rPr lang="en-CA" dirty="0">
                <a:effectLst/>
                <a:latin typeface="Arial" panose="020B0604020202020204" pitchFamily="34" charset="0"/>
              </a:rPr>
              <a:t> </a:t>
            </a:r>
            <a:r>
              <a:rPr lang="en-CA" dirty="0" err="1">
                <a:effectLst/>
                <a:latin typeface="Arial" panose="020B0604020202020204" pitchFamily="34" charset="0"/>
              </a:rPr>
              <a:t>consequat</a:t>
            </a:r>
            <a:r>
              <a:rPr lang="en-CA" dirty="0">
                <a:effectLst/>
                <a:latin typeface="Arial" panose="020B0604020202020204" pitchFamily="34" charset="0"/>
              </a:rPr>
              <a:t>.</a:t>
            </a:r>
          </a:p>
          <a:p>
            <a:r>
              <a:rPr lang="en-CA" dirty="0">
                <a:effectLst/>
                <a:latin typeface="Arial" panose="020B0604020202020204" pitchFamily="34" charset="0"/>
              </a:rPr>
              <a:t>Lorem ipsum dolor sit </a:t>
            </a:r>
            <a:r>
              <a:rPr lang="en-CA" dirty="0" err="1">
                <a:effectLst/>
                <a:latin typeface="Arial" panose="020B0604020202020204" pitchFamily="34" charset="0"/>
              </a:rPr>
              <a:t>amet</a:t>
            </a:r>
            <a:r>
              <a:rPr lang="en-CA" dirty="0">
                <a:effectLst/>
                <a:latin typeface="Arial" panose="020B0604020202020204" pitchFamily="34" charset="0"/>
              </a:rPr>
              <a:t>, </a:t>
            </a:r>
            <a:r>
              <a:rPr lang="en-CA" dirty="0" err="1">
                <a:effectLst/>
                <a:latin typeface="Arial" panose="020B0604020202020204" pitchFamily="34" charset="0"/>
              </a:rPr>
              <a:t>consectetur</a:t>
            </a:r>
            <a:r>
              <a:rPr lang="en-CA" dirty="0">
                <a:effectLst/>
                <a:latin typeface="Arial" panose="020B0604020202020204" pitchFamily="34" charset="0"/>
              </a:rPr>
              <a:t> </a:t>
            </a:r>
            <a:r>
              <a:rPr lang="en-CA" dirty="0" err="1">
                <a:effectLst/>
                <a:latin typeface="Arial" panose="020B0604020202020204" pitchFamily="34" charset="0"/>
              </a:rPr>
              <a:t>adipiscing</a:t>
            </a:r>
            <a:r>
              <a:rPr lang="en-CA" dirty="0">
                <a:effectLst/>
                <a:latin typeface="Arial" panose="020B0604020202020204" pitchFamily="34" charset="0"/>
              </a:rPr>
              <a:t> </a:t>
            </a:r>
            <a:r>
              <a:rPr lang="en-CA" dirty="0" err="1">
                <a:effectLst/>
                <a:latin typeface="Arial" panose="020B0604020202020204" pitchFamily="34" charset="0"/>
              </a:rPr>
              <a:t>elit</a:t>
            </a:r>
            <a:r>
              <a:rPr lang="en-CA" dirty="0">
                <a:effectLst/>
                <a:latin typeface="Arial" panose="020B0604020202020204" pitchFamily="34" charset="0"/>
              </a:rPr>
              <a:t>, sed do </a:t>
            </a:r>
            <a:r>
              <a:rPr lang="en-CA" dirty="0" err="1">
                <a:effectLst/>
                <a:latin typeface="Arial" panose="020B0604020202020204" pitchFamily="34" charset="0"/>
              </a:rPr>
              <a:t>eiusmod</a:t>
            </a:r>
            <a:r>
              <a:rPr lang="en-CA" dirty="0">
                <a:effectLst/>
                <a:latin typeface="Arial" panose="020B0604020202020204" pitchFamily="34" charset="0"/>
              </a:rPr>
              <a:t>.</a:t>
            </a:r>
          </a:p>
          <a:p>
            <a:endParaRPr lang="en-CA" dirty="0"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73AAF9D-40E7-92C1-3A19-A8E0D5F7CA5D}"/>
              </a:ext>
            </a:extLst>
          </p:cNvPr>
          <p:cNvSpPr/>
          <p:nvPr userDrawn="1"/>
        </p:nvSpPr>
        <p:spPr>
          <a:xfrm flipV="1">
            <a:off x="0" y="6457687"/>
            <a:ext cx="9544833" cy="45719"/>
          </a:xfrm>
          <a:prstGeom prst="rect">
            <a:avLst/>
          </a:prstGeom>
          <a:solidFill>
            <a:srgbClr val="FFC6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972A49E-1654-ECBB-68FA-F61CE4792A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77400" y="6291102"/>
            <a:ext cx="2291166" cy="378889"/>
          </a:xfrm>
          <a:prstGeom prst="rect">
            <a:avLst/>
          </a:prstGeom>
        </p:spPr>
      </p:pic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AA06BE71-AA93-6E2C-1AC7-39383237530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706810"/>
            <a:ext cx="10855961" cy="7463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5400" b="0" i="0">
                <a:solidFill>
                  <a:srgbClr val="12473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TITLE &amp; CONTENT HEADER</a:t>
            </a:r>
          </a:p>
        </p:txBody>
      </p:sp>
    </p:spTree>
    <p:extLst>
      <p:ext uri="{BB962C8B-B14F-4D97-AF65-F5344CB8AC3E}">
        <p14:creationId xmlns:p14="http://schemas.microsoft.com/office/powerpoint/2010/main" val="18712363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84292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3" r:id="rId2"/>
    <p:sldLayoutId id="2147483650" r:id="rId3"/>
    <p:sldLayoutId id="2147483651" r:id="rId4"/>
    <p:sldLayoutId id="2147483652" r:id="rId5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png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1.png"/><Relationship Id="rId4" Type="http://schemas.openxmlformats.org/officeDocument/2006/relationships/image" Target="../media/image1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4" Type="http://schemas.openxmlformats.org/officeDocument/2006/relationships/chart" Target="../charts/char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4" Type="http://schemas.openxmlformats.org/officeDocument/2006/relationships/chart" Target="../charts/char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ea.org/data-and-statistics/data-tools/greenhouse-gas-emissions-from-energy-data-explorer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://www.eia.doe.gov/oiaf/1605/pdf/Appendix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hamzashahab1610/" TargetMode="External"/><Relationship Id="rId7" Type="http://schemas.openxmlformats.org/officeDocument/2006/relationships/image" Target="../media/image25.png"/><Relationship Id="rId2" Type="http://schemas.openxmlformats.org/officeDocument/2006/relationships/hyperlink" Target="mailto:msx044@uregina.ca" TargetMode="Externa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4.png"/><Relationship Id="rId5" Type="http://schemas.openxmlformats.org/officeDocument/2006/relationships/hyperlink" Target="https://github.com/hamzashahab1610/ENSE-805-Project-Eco-Resilient-Networks.git" TargetMode="External"/><Relationship Id="rId4" Type="http://schemas.openxmlformats.org/officeDocument/2006/relationships/hyperlink" Target="https://github.com/hamzashahab1610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336B5-970F-DF85-889B-BD7249A9B1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0228" y="1221611"/>
            <a:ext cx="10734040" cy="940489"/>
          </a:xfrm>
        </p:spPr>
        <p:txBody>
          <a:bodyPr lIns="91440" tIns="45720" rIns="91440" bIns="45720" anchor="t"/>
          <a:lstStyle/>
          <a:p>
            <a:r>
              <a:rPr lang="en-US" sz="4800" dirty="0">
                <a:latin typeface="Arial"/>
                <a:cs typeface="Arial"/>
              </a:rPr>
              <a:t>Eco-Resilient Networks Smart Deployment for the Future</a:t>
            </a:r>
            <a:endParaRPr lang="en-US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D45DDC-E456-C634-CC16-D6A4E88E2D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9346" y="3014735"/>
            <a:ext cx="10734040" cy="1370653"/>
          </a:xfrm>
        </p:spPr>
        <p:txBody>
          <a:bodyPr/>
          <a:lstStyle/>
          <a:p>
            <a:r>
              <a:rPr lang="en-US" u="sng" dirty="0"/>
              <a:t>Activity 4: (SCRUM) Check-in # 3</a:t>
            </a:r>
          </a:p>
          <a:p>
            <a:endParaRPr lang="en-US" dirty="0"/>
          </a:p>
          <a:p>
            <a:r>
              <a:rPr lang="en-US" dirty="0"/>
              <a:t>Muhammad Hamza Shahab</a:t>
            </a:r>
          </a:p>
          <a:p>
            <a:r>
              <a:rPr lang="en-US" dirty="0"/>
              <a:t>Syed Haider Abbas Naqvi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737353-3083-5B65-8EA6-A0B4B9E17B2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9185" y="5838093"/>
            <a:ext cx="2246556" cy="548957"/>
          </a:xfrm>
        </p:spPr>
        <p:txBody>
          <a:bodyPr lIns="91440" tIns="45720" rIns="91440" bIns="45720" anchor="ctr"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Arial"/>
                <a:cs typeface="Arial"/>
              </a:rPr>
              <a:t>24</a:t>
            </a:r>
            <a:r>
              <a:rPr lang="en-US" baseline="30000" dirty="0">
                <a:latin typeface="Arial"/>
                <a:cs typeface="Arial"/>
              </a:rPr>
              <a:t>th</a:t>
            </a:r>
            <a:r>
              <a:rPr lang="en-US" dirty="0">
                <a:latin typeface="Arial"/>
                <a:cs typeface="Arial"/>
              </a:rPr>
              <a:t> March 2025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4737353-3083-5B65-8EA6-A0B4B9E17B21}"/>
              </a:ext>
            </a:extLst>
          </p:cNvPr>
          <p:cNvSpPr txBox="1">
            <a:spLocks/>
          </p:cNvSpPr>
          <p:nvPr/>
        </p:nvSpPr>
        <p:spPr>
          <a:xfrm>
            <a:off x="2605742" y="5838094"/>
            <a:ext cx="3364752" cy="548957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1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i="0" dirty="0">
                <a:solidFill>
                  <a:srgbClr val="242424"/>
                </a:solidFill>
                <a:effectLst/>
                <a:latin typeface="Segoe UI" panose="020B0502040204020203" pitchFamily="34" charset="0"/>
              </a:rPr>
              <a:t>Researching and Engineering Community </a:t>
            </a:r>
            <a:r>
              <a:rPr lang="en-US" sz="1600" b="1" i="0" dirty="0" err="1">
                <a:solidFill>
                  <a:srgbClr val="242424"/>
                </a:solidFill>
                <a:effectLst/>
                <a:latin typeface="Segoe UI" panose="020B0502040204020203" pitchFamily="34" charset="0"/>
              </a:rPr>
              <a:t>Centred</a:t>
            </a:r>
            <a:r>
              <a:rPr lang="en-US" sz="1600" b="1" i="0" dirty="0">
                <a:solidFill>
                  <a:srgbClr val="242424"/>
                </a:solidFill>
                <a:effectLst/>
                <a:latin typeface="Segoe UI" panose="020B0502040204020203" pitchFamily="34" charset="0"/>
              </a:rPr>
              <a:t> Software</a:t>
            </a:r>
            <a:endParaRPr lang="en-CA" sz="1600" dirty="0"/>
          </a:p>
        </p:txBody>
      </p:sp>
      <p:pic>
        <p:nvPicPr>
          <p:cNvPr id="6146" name="Picture 2" descr="About CC Licenses - Creative Commons">
            <a:extLst>
              <a:ext uri="{FF2B5EF4-FFF2-40B4-BE49-F238E27FC236}">
                <a16:creationId xmlns:a16="http://schemas.microsoft.com/office/drawing/2014/main" id="{00DB936D-0291-1CB7-DB26-A0CDDDD9F32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9" t="4527" r="2168"/>
          <a:stretch/>
        </p:blipFill>
        <p:spPr bwMode="auto">
          <a:xfrm>
            <a:off x="8449056" y="4114800"/>
            <a:ext cx="3483864" cy="12094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9738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0694B-892C-ADF2-6111-99C3D12CC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Subtitle 1">
            <a:extLst>
              <a:ext uri="{FF2B5EF4-FFF2-40B4-BE49-F238E27FC236}">
                <a16:creationId xmlns:a16="http://schemas.microsoft.com/office/drawing/2014/main" id="{EBBA6A1F-ECFE-5097-EB5D-9CFBAA0B07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1453170"/>
            <a:ext cx="5753099" cy="4874477"/>
          </a:xfrm>
        </p:spPr>
        <p:txBody>
          <a:bodyPr/>
          <a:lstStyle/>
          <a:p>
            <a:r>
              <a:rPr lang="en-US" sz="1600" b="1" u="sng" dirty="0"/>
              <a:t>Digital Habitats:</a:t>
            </a:r>
            <a:r>
              <a:rPr lang="en-US" sz="1600" dirty="0"/>
              <a:t> </a:t>
            </a:r>
          </a:p>
          <a:p>
            <a:pPr lvl="1" algn="l"/>
            <a:r>
              <a:rPr lang="en-US" sz="1400" dirty="0"/>
              <a:t>Our simulation is a tool within the digital habitat of network engineers, supporting their practice.</a:t>
            </a:r>
          </a:p>
          <a:p>
            <a:r>
              <a:rPr lang="en-US" sz="1600" b="1" u="sng" dirty="0"/>
              <a:t>Community Orientations:</a:t>
            </a:r>
            <a:r>
              <a:rPr lang="en-US" sz="1600" dirty="0"/>
              <a:t> </a:t>
            </a:r>
          </a:p>
          <a:p>
            <a:pPr lvl="1" algn="l"/>
            <a:r>
              <a:rPr lang="en-US" sz="1400" dirty="0"/>
              <a:t>The Tradeoff-Aware embedding policy allows for flexibility, catering to different community orientations.</a:t>
            </a:r>
          </a:p>
          <a:p>
            <a:r>
              <a:rPr lang="en-US" sz="1600" b="1" u="sng" dirty="0"/>
              <a:t>Technology &amp; Community:</a:t>
            </a:r>
            <a:r>
              <a:rPr lang="en-US" sz="1600" dirty="0"/>
              <a:t> </a:t>
            </a:r>
          </a:p>
          <a:p>
            <a:pPr lvl="1" algn="l"/>
            <a:r>
              <a:rPr lang="en-US" sz="1400" dirty="0"/>
              <a:t>We're balancing reification (network optimization) with participation (data for decisions), adding sustainability.</a:t>
            </a:r>
          </a:p>
          <a:p>
            <a:r>
              <a:rPr lang="en-US" sz="1600" b="1" u="sng" dirty="0"/>
              <a:t>Technology Stewardship:</a:t>
            </a:r>
            <a:r>
              <a:rPr lang="en-US" sz="1600" dirty="0"/>
              <a:t> </a:t>
            </a:r>
          </a:p>
          <a:p>
            <a:pPr lvl="1" algn="l"/>
            <a:r>
              <a:rPr lang="en-US" sz="1400" dirty="0"/>
              <a:t>We're acting as technology stewards by creating a useful, usable, and aligned tool.</a:t>
            </a:r>
            <a:endParaRPr lang="en-US" sz="1600" b="1" u="sng" dirty="0"/>
          </a:p>
          <a:p>
            <a:r>
              <a:rPr lang="en-US" sz="1600" b="1" u="sng" dirty="0"/>
              <a:t>Knowledge Management:</a:t>
            </a:r>
            <a:r>
              <a:rPr lang="en-US" sz="1600" dirty="0"/>
              <a:t> </a:t>
            </a:r>
          </a:p>
          <a:p>
            <a:pPr lvl="1" algn="l"/>
            <a:r>
              <a:rPr lang="en-US" sz="1400" dirty="0"/>
              <a:t>Our simulation generates knowledge from data, aiding decision-making.</a:t>
            </a:r>
          </a:p>
          <a:p>
            <a:r>
              <a:rPr lang="en-US" sz="1600" b="1" u="sng" dirty="0"/>
              <a:t>Open Source:</a:t>
            </a:r>
            <a:r>
              <a:rPr lang="en-US" sz="1600" dirty="0"/>
              <a:t> </a:t>
            </a:r>
          </a:p>
          <a:p>
            <a:pPr lvl="1" algn="l"/>
            <a:r>
              <a:rPr lang="en-US" sz="1400" dirty="0"/>
              <a:t>Following </a:t>
            </a:r>
            <a:r>
              <a:rPr lang="en-US" sz="1200" b="1" i="0" dirty="0">
                <a:solidFill>
                  <a:srgbClr val="333333"/>
                </a:solidFill>
                <a:effectLst/>
                <a:latin typeface="-apple-system"/>
              </a:rPr>
              <a:t>CC (creative commons)</a:t>
            </a:r>
            <a:r>
              <a:rPr lang="en-US" sz="1400" b="1" dirty="0"/>
              <a:t> model</a:t>
            </a:r>
            <a:r>
              <a:rPr lang="en-US" sz="1400" dirty="0"/>
              <a:t> and making our simulation framework open source. Free to </a:t>
            </a:r>
            <a:r>
              <a:rPr lang="en-US" sz="1400" b="1" dirty="0"/>
              <a:t>share</a:t>
            </a:r>
            <a:r>
              <a:rPr lang="en-US" sz="1400" dirty="0"/>
              <a:t>, free to </a:t>
            </a:r>
            <a:r>
              <a:rPr lang="en-US" sz="1400" b="1" dirty="0"/>
              <a:t>adapt</a:t>
            </a:r>
            <a:r>
              <a:rPr lang="en-US" sz="1400" dirty="0"/>
              <a:t>.</a:t>
            </a:r>
            <a:endParaRPr lang="en-US" sz="85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8E730A-C589-483D-92C1-7B924EFA4ED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38200" y="706810"/>
            <a:ext cx="10855961" cy="746360"/>
          </a:xfrm>
        </p:spPr>
        <p:txBody>
          <a:bodyPr>
            <a:normAutofit/>
          </a:bodyPr>
          <a:lstStyle/>
          <a:p>
            <a:r>
              <a:rPr lang="en-US" sz="3400" dirty="0"/>
              <a:t>Connection with Course Concepts</a:t>
            </a:r>
          </a:p>
        </p:txBody>
      </p:sp>
      <p:pic>
        <p:nvPicPr>
          <p:cNvPr id="1030" name="Picture 6" descr="Data Stewardship | UiT">
            <a:extLst>
              <a:ext uri="{FF2B5EF4-FFF2-40B4-BE49-F238E27FC236}">
                <a16:creationId xmlns:a16="http://schemas.microsoft.com/office/drawing/2014/main" id="{0951911F-AD17-4445-5996-259621B94F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46035" y="3482500"/>
            <a:ext cx="4048126" cy="2557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Community Tech">
            <a:extLst>
              <a:ext uri="{FF2B5EF4-FFF2-40B4-BE49-F238E27FC236}">
                <a16:creationId xmlns:a16="http://schemas.microsoft.com/office/drawing/2014/main" id="{5B8BCFB6-4693-95D6-20FD-523D72C966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4977" y="1248694"/>
            <a:ext cx="5439184" cy="2126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Creative Commons license - Wikipedia">
            <a:extLst>
              <a:ext uri="{FF2B5EF4-FFF2-40B4-BE49-F238E27FC236}">
                <a16:creationId xmlns:a16="http://schemas.microsoft.com/office/drawing/2014/main" id="{DA174341-B755-0F39-5CF8-4E3A51868C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1299" y="3746567"/>
            <a:ext cx="1161863" cy="1161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997403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CBC32-55C5-7D9C-8EEB-2ABC2D0EC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A6F20C-02D1-1B55-8884-81EFE8E1FD9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8019" y="350194"/>
            <a:ext cx="10855961" cy="746360"/>
          </a:xfrm>
        </p:spPr>
        <p:txBody>
          <a:bodyPr/>
          <a:lstStyle/>
          <a:p>
            <a:r>
              <a:rPr lang="en-US" sz="3600" dirty="0"/>
              <a:t>Project Progress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6E9D50EF-84DE-B975-7442-B0331C05F5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3215108"/>
              </p:ext>
            </p:extLst>
          </p:nvPr>
        </p:nvGraphicFramePr>
        <p:xfrm>
          <a:off x="524762" y="1096554"/>
          <a:ext cx="11142473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95878">
                  <a:extLst>
                    <a:ext uri="{9D8B030D-6E8A-4147-A177-3AD203B41FA5}">
                      <a16:colId xmlns:a16="http://schemas.microsoft.com/office/drawing/2014/main" val="4002877915"/>
                    </a:ext>
                  </a:extLst>
                </a:gridCol>
                <a:gridCol w="1600961">
                  <a:extLst>
                    <a:ext uri="{9D8B030D-6E8A-4147-A177-3AD203B41FA5}">
                      <a16:colId xmlns:a16="http://schemas.microsoft.com/office/drawing/2014/main" val="2666902527"/>
                    </a:ext>
                  </a:extLst>
                </a:gridCol>
                <a:gridCol w="4945634">
                  <a:extLst>
                    <a:ext uri="{9D8B030D-6E8A-4147-A177-3AD203B41FA5}">
                      <a16:colId xmlns:a16="http://schemas.microsoft.com/office/drawing/2014/main" val="36565709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Section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01939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fr-FR" sz="1600" b="1" dirty="0"/>
                        <a:t>MVP 2: </a:t>
                      </a:r>
                      <a:r>
                        <a:rPr lang="fr-FR" sz="1600" b="1" dirty="0" err="1"/>
                        <a:t>Algorithm</a:t>
                      </a:r>
                      <a:r>
                        <a:rPr lang="fr-FR" sz="1600" b="1" dirty="0"/>
                        <a:t> </a:t>
                      </a:r>
                      <a:r>
                        <a:rPr lang="fr-FR" sz="1600" b="1" dirty="0" err="1"/>
                        <a:t>Implementation</a:t>
                      </a:r>
                      <a:r>
                        <a:rPr lang="fr-FR" sz="1600" b="1" dirty="0"/>
                        <a:t> &amp; Evaluation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On Track</a:t>
                      </a:r>
                      <a:endParaRPr lang="fr-FR" sz="16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Significant progress made on embedding policies, optimization, and performance evaluation.</a:t>
                      </a:r>
                      <a:endParaRPr lang="fr-FR" sz="1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74199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Work Package 2.1: Embedding Policy Implementation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PK" sz="1600"/>
                        <a:t>✅ </a:t>
                      </a:r>
                      <a:r>
                        <a:rPr lang="en-US" sz="1600"/>
                        <a:t>Completed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Implemented Availability-Aware, Carbon-Aware, and Tradeoff-Aware policies.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2281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Work Package 2.2: Redundancy Optimization (PSO – Particle Swarm Optimization)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PK" sz="1600" dirty="0"/>
                        <a:t>✅ </a:t>
                      </a:r>
                      <a:r>
                        <a:rPr lang="en-US" sz="1600" dirty="0"/>
                        <a:t>Completed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Integrated PSO with embedding policies.</a:t>
                      </a:r>
                      <a:endParaRPr lang="en-PK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022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Work Package 2.3: Performance Metric Calculation</a:t>
                      </a:r>
                      <a:endParaRPr lang="en-PK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PK" sz="1600" dirty="0"/>
                        <a:t>✅ </a:t>
                      </a:r>
                      <a:r>
                        <a:rPr lang="en-US" sz="1600" dirty="0"/>
                        <a:t>Completed</a:t>
                      </a:r>
                      <a:endParaRPr lang="en-PK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Implemented availability, carbon footprint, and latency calculations.</a:t>
                      </a:r>
                      <a:endParaRPr lang="en-PK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0670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Work Package 2.4: Algorithm Comparison &amp; Evaluation</a:t>
                      </a:r>
                      <a:endParaRPr lang="en-PK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PK" sz="1600" dirty="0"/>
                        <a:t>✅ </a:t>
                      </a:r>
                      <a:r>
                        <a:rPr lang="en-US" sz="1600" dirty="0"/>
                        <a:t>Completed</a:t>
                      </a:r>
                      <a:endParaRPr lang="en-PK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Extensive simulations are executed along with the analysis of results and generation of comparison reports.</a:t>
                      </a:r>
                      <a:endParaRPr lang="en-PK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3720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Work Package 2.5: Other Optimization Algorithms (SA – Simulated Annealing &amp; GA – Genetic Algorithm)</a:t>
                      </a:r>
                      <a:endParaRPr lang="en-PK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PK" sz="1600" dirty="0"/>
                        <a:t>🟡 </a:t>
                      </a:r>
                      <a:r>
                        <a:rPr lang="en-US" sz="1600" dirty="0"/>
                        <a:t>In Progress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Implementation of additional optimization algorithms is underway.</a:t>
                      </a:r>
                      <a:endParaRPr lang="en-PK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06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MVP 3: Documentation &amp; Reporting</a:t>
                      </a:r>
                      <a:endParaRPr lang="en-PK" sz="16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Ongoing</a:t>
                      </a:r>
                      <a:endParaRPr lang="en-PK" sz="16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Documentation, user guide, and research paper drafting in progress.</a:t>
                      </a:r>
                      <a:endParaRPr lang="en-PK" sz="1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41680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fr-FR" sz="1600" dirty="0"/>
                        <a:t>Work Package 3.1: Code Documentation</a:t>
                      </a:r>
                      <a:endParaRPr lang="en-PK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PK" sz="1600" dirty="0"/>
                        <a:t>🟡 </a:t>
                      </a:r>
                      <a:r>
                        <a:rPr lang="en-US" sz="1600" dirty="0"/>
                        <a:t>In Progress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Docstrings and comments being updated.</a:t>
                      </a:r>
                      <a:endParaRPr lang="en-PK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59834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Work Package 3.2: User Guide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PK" sz="1600" dirty="0"/>
                        <a:t>✅ </a:t>
                      </a:r>
                      <a:r>
                        <a:rPr lang="en-US" sz="1600" dirty="0"/>
                        <a:t>Completed</a:t>
                      </a:r>
                      <a:endParaRPr lang="en-PK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User Guide Draft is completed.</a:t>
                      </a:r>
                      <a:endParaRPr lang="en-PK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0274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200108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E252E-D4EF-56BE-066B-1DEC975CF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4A96ED-338F-FA3A-AC46-CB7EE9A1A7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8019" y="546776"/>
            <a:ext cx="10855961" cy="746360"/>
          </a:xfrm>
        </p:spPr>
        <p:txBody>
          <a:bodyPr lIns="91440" tIns="45720" rIns="91440" bIns="45720" anchor="t"/>
          <a:lstStyle/>
          <a:p>
            <a:r>
              <a:rPr lang="en-US" sz="4400" dirty="0">
                <a:latin typeface="Gill Sans MT" panose="020B0502020104020203" pitchFamily="34" charset="77"/>
                <a:cs typeface="Arial"/>
              </a:rPr>
              <a:t>Availability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3">
                <a:extLst>
                  <a:ext uri="{FF2B5EF4-FFF2-40B4-BE49-F238E27FC236}">
                    <a16:creationId xmlns:a16="http://schemas.microsoft.com/office/drawing/2014/main" id="{D475B8F2-C7D1-45BA-FA25-E1E3BB6CD845}"/>
                  </a:ext>
                </a:extLst>
              </p:cNvPr>
              <p:cNvSpPr txBox="1">
                <a:spLocks noChangeArrowheads="1"/>
              </p:cNvSpPr>
              <p:nvPr/>
            </p:nvSpPr>
            <p:spPr>
              <a:xfrm>
                <a:off x="668019" y="1429612"/>
                <a:ext cx="10734440" cy="5036501"/>
              </a:xfrm>
              <a:prstGeom prst="rect">
                <a:avLst/>
              </a:prstGeom>
            </p:spPr>
            <p:txBody>
              <a:bodyPr/>
              <a:lstStyle>
                <a:lvl1pPr marL="342900" indent="-3429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rgbClr val="FFC629"/>
                  </a:buClr>
                  <a:buFont typeface="Arial" panose="020B0604020202020204" pitchFamily="34" charset="0"/>
                  <a:buChar char="•"/>
                  <a:defRPr sz="2200" b="0" i="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800" dirty="0"/>
                  <a:t>Availability of a network component </a:t>
                </a:r>
                <a:r>
                  <a:rPr lang="en-US" sz="1800" dirty="0">
                    <a:solidFill>
                      <a:srgbClr val="FF0000"/>
                    </a:solidFill>
                  </a:rPr>
                  <a:t>(Node, VNF, Switch) </a:t>
                </a:r>
                <a:r>
                  <a:rPr lang="en-US" sz="1800" dirty="0"/>
                  <a:t>can be characterized as follows </a:t>
                </a:r>
                <a:r>
                  <a:rPr lang="en-US" sz="1800" dirty="0">
                    <a:solidFill>
                      <a:srgbClr val="0000FF"/>
                    </a:solidFill>
                  </a:rPr>
                  <a:t>[1]</a:t>
                </a:r>
                <a:r>
                  <a:rPr lang="en-US" sz="1800" dirty="0"/>
                  <a:t>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sz="16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𝑴𝑻𝑩𝑭</m:t>
                          </m:r>
                        </m:num>
                        <m:den>
                          <m:r>
                            <a:rPr lang="en-US" sz="16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𝑴𝑻𝑩𝑭</m:t>
                          </m:r>
                          <m:r>
                            <a:rPr lang="en-US" sz="16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6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𝑴𝑻𝑻𝑹</m:t>
                          </m:r>
                        </m:den>
                      </m:f>
                    </m:oMath>
                  </m:oMathPara>
                </a14:m>
                <a:endParaRPr lang="en-US" sz="1800" b="1" dirty="0"/>
              </a:p>
              <a:p>
                <a:r>
                  <a:rPr lang="en-US" sz="1800" dirty="0"/>
                  <a:t>Availability of a </a:t>
                </a:r>
                <a:r>
                  <a:rPr lang="en-US" sz="1800" dirty="0">
                    <a:solidFill>
                      <a:srgbClr val="FF0000"/>
                    </a:solidFill>
                  </a:rPr>
                  <a:t>VNF</a:t>
                </a:r>
                <a:r>
                  <a:rPr lang="en-US" sz="1800" dirty="0"/>
                  <a:t> </a:t>
                </a:r>
                <a:r>
                  <a:rPr lang="en-US" sz="1800" dirty="0">
                    <a:solidFill>
                      <a:srgbClr val="FF0000"/>
                    </a:solidFill>
                  </a:rPr>
                  <a:t>hosted</a:t>
                </a:r>
                <a:r>
                  <a:rPr lang="en-US" sz="1800" dirty="0"/>
                  <a:t> on a </a:t>
                </a:r>
                <a:r>
                  <a:rPr lang="en-US" sz="1800" dirty="0">
                    <a:solidFill>
                      <a:srgbClr val="FF0000"/>
                    </a:solidFill>
                  </a:rPr>
                  <a:t>node </a:t>
                </a:r>
                <a:r>
                  <a:rPr lang="en-US" sz="1800" dirty="0">
                    <a:solidFill>
                      <a:srgbClr val="0000FF"/>
                    </a:solidFill>
                  </a:rPr>
                  <a:t>[1]</a:t>
                </a:r>
                <a:r>
                  <a:rPr lang="en-US" sz="1800" dirty="0"/>
                  <a:t>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𝒇</m:t>
                          </m:r>
                        </m:sub>
                        <m:sup>
                          <m:r>
                            <a:rPr lang="en-US" sz="16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sup>
                      </m:sSubSup>
                      <m:r>
                        <a:rPr lang="en-US" sz="16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𝒇</m:t>
                          </m:r>
                        </m:sub>
                      </m:sSub>
                      <m:r>
                        <a:rPr lang="en-US" sz="16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sub>
                      </m:sSub>
                    </m:oMath>
                  </m:oMathPara>
                </a14:m>
                <a:endParaRPr lang="en-US" sz="1800" b="1" dirty="0"/>
              </a:p>
              <a:p>
                <a:r>
                  <a:rPr lang="en-US" sz="1800" dirty="0"/>
                  <a:t>Availability of a </a:t>
                </a:r>
                <a:r>
                  <a:rPr lang="en-US" sz="1800" dirty="0">
                    <a:solidFill>
                      <a:srgbClr val="FF0000"/>
                    </a:solidFill>
                  </a:rPr>
                  <a:t>path</a:t>
                </a:r>
                <a:r>
                  <a:rPr lang="en-US" sz="1800" dirty="0"/>
                  <a:t> between a </a:t>
                </a:r>
                <a:r>
                  <a:rPr lang="en-US" sz="1800" dirty="0">
                    <a:solidFill>
                      <a:srgbClr val="FF0000"/>
                    </a:solidFill>
                  </a:rPr>
                  <a:t>pair of nodes </a:t>
                </a:r>
                <a:r>
                  <a:rPr lang="en-US" sz="1800" dirty="0">
                    <a:solidFill>
                      <a:srgbClr val="0000FF"/>
                    </a:solidFill>
                  </a:rPr>
                  <a:t>[1]</a:t>
                </a:r>
                <a:r>
                  <a:rPr lang="en-US" sz="1800" dirty="0"/>
                  <a:t>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𝒑𝒂𝒕𝒉</m:t>
                          </m:r>
                        </m:sub>
                      </m:sSub>
                      <m:r>
                        <a:rPr lang="en-US" sz="16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sz="16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16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sz="16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16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nary>
                        <m:naryPr>
                          <m:chr m:val="∏"/>
                          <m:supHide m:val="on"/>
                          <m:ctrlPr>
                            <a:rPr lang="en-US" sz="1600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600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US" sz="1600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16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𝑺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6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e>
                            <m:sub>
                              <m:r>
                                <a:rPr lang="en-US" sz="1600" b="1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1800" b="1" dirty="0">
                  <a:solidFill>
                    <a:srgbClr val="0000FF"/>
                  </a:solidFill>
                </a:endParaRPr>
              </a:p>
              <a:p>
                <a:r>
                  <a:rPr lang="en-US" sz="1800" dirty="0"/>
                  <a:t>Where:</a:t>
                </a:r>
              </a:p>
              <a:p>
                <a:pPr marL="742950" lvl="1" indent="-285750" algn="l"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</a:rPr>
                      <m:t>𝑴𝑻𝑩𝑭</m:t>
                    </m:r>
                  </m:oMath>
                </a14:m>
                <a:r>
                  <a:rPr lang="en-US" sz="1600" dirty="0"/>
                  <a:t>: Mean Time Between Failures</a:t>
                </a:r>
              </a:p>
              <a:p>
                <a:pPr marL="742950" lvl="1" indent="-285750" algn="l"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sz="1600" b="1" i="1" dirty="0" smtClean="0">
                        <a:latin typeface="Cambria Math" panose="02040503050406030204" pitchFamily="18" charset="0"/>
                      </a:rPr>
                      <m:t>𝑴𝑻𝑻𝑹</m:t>
                    </m:r>
                  </m:oMath>
                </a14:m>
                <a:r>
                  <a:rPr lang="en-US" sz="1600" dirty="0"/>
                  <a:t>: Mean Time To Repair</a:t>
                </a:r>
              </a:p>
              <a:p>
                <a:pPr marL="742950" lvl="1" indent="-285750" algn="l"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r>
                  <a:rPr lang="en-US" sz="1600" dirty="0"/>
                  <a:t>: Node Availability</a:t>
                </a:r>
              </a:p>
              <a:p>
                <a:pPr marL="742950" lvl="1" indent="-285750" algn="l"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sub>
                    </m:sSub>
                  </m:oMath>
                </a14:m>
                <a:r>
                  <a:rPr lang="en-US" sz="1600" dirty="0"/>
                  <a:t>: VNF Availability</a:t>
                </a:r>
              </a:p>
              <a:p>
                <a:pPr marL="742950" lvl="1" indent="-285750" algn="l"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𝒔</m:t>
                        </m:r>
                      </m:sub>
                    </m:sSub>
                  </m:oMath>
                </a14:m>
                <a:r>
                  <a:rPr lang="en-US" sz="1600" dirty="0"/>
                  <a:t>: Switch Availability</a:t>
                </a:r>
              </a:p>
              <a:p>
                <a:pPr marL="742950" lvl="1" indent="-285750" algn="l"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1600" b="1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sub>
                      <m:sup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bSup>
                  </m:oMath>
                </a14:m>
                <a:r>
                  <a:rPr lang="en-US" sz="1600" dirty="0"/>
                  <a:t>: Availability of a VNF placed on a node</a:t>
                </a:r>
              </a:p>
              <a:p>
                <a:pPr marL="742950" lvl="1" indent="-285750" algn="l"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𝒑𝒂𝒕𝒉</m:t>
                        </m:r>
                      </m:sub>
                    </m:sSub>
                  </m:oMath>
                </a14:m>
                <a:r>
                  <a:rPr lang="en-US" sz="1600" dirty="0"/>
                  <a:t>: Availability of path between pair of nodes</a:t>
                </a:r>
              </a:p>
            </p:txBody>
          </p:sp>
        </mc:Choice>
        <mc:Fallback xmlns="">
          <p:sp>
            <p:nvSpPr>
              <p:cNvPr id="19" name="Rectangle 3">
                <a:extLst>
                  <a:ext uri="{FF2B5EF4-FFF2-40B4-BE49-F238E27FC236}">
                    <a16:creationId xmlns:a16="http://schemas.microsoft.com/office/drawing/2014/main" id="{D475B8F2-C7D1-45BA-FA25-E1E3BB6CD8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019" y="1429612"/>
                <a:ext cx="10734440" cy="5036501"/>
              </a:xfrm>
              <a:prstGeom prst="rect">
                <a:avLst/>
              </a:prstGeom>
              <a:blipFill>
                <a:blip r:embed="rId3"/>
                <a:stretch>
                  <a:fillRect l="-398" t="-726"/>
                </a:stretch>
              </a:blipFill>
            </p:spPr>
            <p:txBody>
              <a:bodyPr/>
              <a:lstStyle/>
              <a:p>
                <a:r>
                  <a:rPr lang="en-PK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58664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41AC7-FFFD-D143-6429-65613DD43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312BD1-7474-7EAA-E6CC-3682D488DB5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8019" y="546776"/>
            <a:ext cx="10855961" cy="746360"/>
          </a:xfrm>
        </p:spPr>
        <p:txBody>
          <a:bodyPr lIns="91440" tIns="45720" rIns="91440" bIns="45720" anchor="t"/>
          <a:lstStyle/>
          <a:p>
            <a:r>
              <a:rPr lang="en-US" sz="4400" dirty="0">
                <a:latin typeface="Gill Sans MT" panose="020B0502020104020203" pitchFamily="34" charset="77"/>
                <a:cs typeface="Arial"/>
              </a:rPr>
              <a:t>Availability Model (Cont.)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3">
                <a:extLst>
                  <a:ext uri="{FF2B5EF4-FFF2-40B4-BE49-F238E27FC236}">
                    <a16:creationId xmlns:a16="http://schemas.microsoft.com/office/drawing/2014/main" id="{313B9A01-2962-6B2E-4EFB-EBEF574F58E1}"/>
                  </a:ext>
                </a:extLst>
              </p:cNvPr>
              <p:cNvSpPr txBox="1">
                <a:spLocks noChangeArrowheads="1"/>
              </p:cNvSpPr>
              <p:nvPr/>
            </p:nvSpPr>
            <p:spPr>
              <a:xfrm>
                <a:off x="668019" y="1429612"/>
                <a:ext cx="10734440" cy="5036501"/>
              </a:xfrm>
              <a:prstGeom prst="rect">
                <a:avLst/>
              </a:prstGeom>
            </p:spPr>
            <p:txBody>
              <a:bodyPr/>
              <a:lstStyle>
                <a:lvl1pPr marL="342900" indent="-3429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rgbClr val="FFC629"/>
                  </a:buClr>
                  <a:buFont typeface="Arial" panose="020B0604020202020204" pitchFamily="34" charset="0"/>
                  <a:buChar char="•"/>
                  <a:defRPr sz="2200" b="0" i="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000" b="1" dirty="0"/>
                  <a:t>Serial model: </a:t>
                </a:r>
                <a:r>
                  <a:rPr lang="en-US" sz="2000" dirty="0">
                    <a:solidFill>
                      <a:srgbClr val="0000FF"/>
                    </a:solidFill>
                  </a:rPr>
                  <a:t>[1]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𝒔𝒆𝒓</m:t>
                          </m:r>
                        </m:sub>
                      </m:sSub>
                      <m:r>
                        <a:rPr lang="en-US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supHide m:val="on"/>
                          <m:ctrlPr>
                            <a:rPr lang="en-US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US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𝑵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b="1" dirty="0"/>
              </a:p>
              <a:p>
                <a:r>
                  <a:rPr lang="en-US" sz="2000" b="1" dirty="0"/>
                  <a:t>Parallel model: </a:t>
                </a:r>
                <a:r>
                  <a:rPr lang="en-US" sz="2000" dirty="0">
                    <a:solidFill>
                      <a:srgbClr val="0000FF"/>
                    </a:solidFill>
                  </a:rPr>
                  <a:t>[1]</a:t>
                </a:r>
                <a:endParaRPr lang="en-US" sz="2000" b="1" dirty="0"/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𝒑𝒂𝒓𝒂</m:t>
                          </m:r>
                        </m:sub>
                      </m:sSub>
                      <m:r>
                        <a:rPr lang="en-US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supHide m:val="on"/>
                          <m:ctrlPr>
                            <a:rPr lang="en-US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US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𝑵</m:t>
                          </m:r>
                        </m:sub>
                        <m:sup/>
                        <m:e>
                          <m:r>
                            <a:rPr lang="en-US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US" b="1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b="1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b="1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𝑨</m:t>
                                  </m:r>
                                </m:e>
                                <m:sub>
                                  <m:r>
                                    <a:rPr lang="en-US" b="1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b="1" dirty="0"/>
              </a:p>
              <a:p>
                <a:r>
                  <a:rPr lang="en-US" sz="2000" b="1" dirty="0"/>
                  <a:t>System Availability: </a:t>
                </a:r>
                <a:r>
                  <a:rPr lang="en-US" sz="2000" dirty="0">
                    <a:solidFill>
                      <a:srgbClr val="0000FF"/>
                    </a:solidFill>
                  </a:rPr>
                  <a:t>[1]</a:t>
                </a:r>
                <a:endParaRPr lang="en-US" sz="2000" b="1" dirty="0"/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𝒔𝒚𝒔</m:t>
                          </m:r>
                        </m:sub>
                      </m:sSub>
                      <m:r>
                        <a:rPr lang="en-US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supHide m:val="on"/>
                              <m:ctrlPr>
                                <a:rPr lang="en-US" b="1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1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  <m:r>
                                <a:rPr lang="en-US" b="1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1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𝒔𝒆𝒓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1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𝑨</m:t>
                                  </m:r>
                                </m:e>
                                <m:sub>
                                  <m:r>
                                    <a:rPr lang="en-US" b="1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𝒔𝒆𝒓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a:rPr lang="en-US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supHide m:val="on"/>
                              <m:ctrlPr>
                                <a:rPr lang="en-US" b="1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1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  <m:r>
                                <a:rPr lang="en-US" b="1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1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𝒑𝒂𝒓𝒂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1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𝑨</m:t>
                                  </m:r>
                                </m:e>
                                <m:sub>
                                  <m:r>
                                    <a:rPr lang="en-US" b="1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𝒑𝒂𝒓𝒂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n-US" sz="1800" b="1" dirty="0"/>
              </a:p>
              <a:p>
                <a:r>
                  <a:rPr lang="en-US" sz="1800" dirty="0"/>
                  <a:t>Where:</a:t>
                </a:r>
              </a:p>
              <a:p>
                <a:pPr marL="685800"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sz="1800" b="1" i="1" smtClean="0">
                            <a:latin typeface="Cambria Math" panose="02040503050406030204" pitchFamily="18" charset="0"/>
                          </a:rPr>
                          <m:t>𝒔𝒆𝒓</m:t>
                        </m:r>
                      </m:sub>
                    </m:sSub>
                  </m:oMath>
                </a14:m>
                <a:r>
                  <a:rPr lang="en-US" sz="1800" dirty="0"/>
                  <a:t>: Availability of components connected in serial</a:t>
                </a:r>
              </a:p>
              <a:p>
                <a:pPr marL="685800"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sz="1800" b="1" i="1" smtClean="0">
                            <a:latin typeface="Cambria Math" panose="02040503050406030204" pitchFamily="18" charset="0"/>
                          </a:rPr>
                          <m:t>𝒑𝒂𝒓𝒂</m:t>
                        </m:r>
                      </m:sub>
                    </m:sSub>
                  </m:oMath>
                </a14:m>
                <a:r>
                  <a:rPr lang="en-US" sz="1800" dirty="0"/>
                  <a:t>: Availability of components connected in parallel</a:t>
                </a:r>
              </a:p>
              <a:p>
                <a:pPr marL="685800"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sz="1800" b="1" i="1" smtClean="0">
                            <a:latin typeface="Cambria Math" panose="02040503050406030204" pitchFamily="18" charset="0"/>
                          </a:rPr>
                          <m:t>𝒔𝒚𝒔</m:t>
                        </m:r>
                      </m:sub>
                    </m:sSub>
                  </m:oMath>
                </a14:m>
                <a:r>
                  <a:rPr lang="en-US" sz="1800" dirty="0"/>
                  <a:t>: System availability</a:t>
                </a:r>
              </a:p>
            </p:txBody>
          </p:sp>
        </mc:Choice>
        <mc:Fallback xmlns="">
          <p:sp>
            <p:nvSpPr>
              <p:cNvPr id="19" name="Rectangle 3">
                <a:extLst>
                  <a:ext uri="{FF2B5EF4-FFF2-40B4-BE49-F238E27FC236}">
                    <a16:creationId xmlns:a16="http://schemas.microsoft.com/office/drawing/2014/main" id="{313B9A01-2962-6B2E-4EFB-EBEF574F58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019" y="1429612"/>
                <a:ext cx="10734440" cy="5036501"/>
              </a:xfrm>
              <a:prstGeom prst="rect">
                <a:avLst/>
              </a:prstGeom>
              <a:blipFill>
                <a:blip r:embed="rId3"/>
                <a:stretch>
                  <a:fillRect l="-511" t="-605" b="-969"/>
                </a:stretch>
              </a:blipFill>
            </p:spPr>
            <p:txBody>
              <a:bodyPr/>
              <a:lstStyle/>
              <a:p>
                <a:r>
                  <a:rPr lang="en-PK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58605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E99CA-03F3-7069-A40F-7A3442060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F3C608-7DCE-0B55-049E-748C6254C79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8019" y="313510"/>
            <a:ext cx="10855961" cy="746360"/>
          </a:xfrm>
        </p:spPr>
        <p:txBody>
          <a:bodyPr lIns="91440" tIns="45720" rIns="91440" bIns="45720" anchor="t"/>
          <a:lstStyle/>
          <a:p>
            <a:r>
              <a:rPr lang="en-US" sz="4400" dirty="0">
                <a:latin typeface="Gill Sans MT" panose="020B0502020104020203" pitchFamily="34" charset="77"/>
                <a:cs typeface="Arial"/>
              </a:rPr>
              <a:t>Carbon Footprint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3">
                <a:extLst>
                  <a:ext uri="{FF2B5EF4-FFF2-40B4-BE49-F238E27FC236}">
                    <a16:creationId xmlns:a16="http://schemas.microsoft.com/office/drawing/2014/main" id="{9A4F497A-3545-B017-FC36-AD6945C3635A}"/>
                  </a:ext>
                </a:extLst>
              </p:cNvPr>
              <p:cNvSpPr txBox="1">
                <a:spLocks noChangeArrowheads="1"/>
              </p:cNvSpPr>
              <p:nvPr/>
            </p:nvSpPr>
            <p:spPr>
              <a:xfrm>
                <a:off x="728779" y="1175657"/>
                <a:ext cx="10734440" cy="5107327"/>
              </a:xfrm>
              <a:prstGeom prst="rect">
                <a:avLst/>
              </a:prstGeom>
            </p:spPr>
            <p:txBody>
              <a:bodyPr/>
              <a:lstStyle>
                <a:lvl1pPr marL="342900" indent="-3429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rgbClr val="FFC629"/>
                  </a:buClr>
                  <a:buFont typeface="Arial" panose="020B0604020202020204" pitchFamily="34" charset="0"/>
                  <a:buChar char="•"/>
                  <a:defRPr sz="2200" b="0" i="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b="1" dirty="0"/>
                  <a:t>Energy Consumption: </a:t>
                </a:r>
                <a:r>
                  <a:rPr lang="en-US" dirty="0">
                    <a:solidFill>
                      <a:srgbClr val="0000FF"/>
                    </a:solidFill>
                  </a:rPr>
                  <a:t>[2]</a:t>
                </a:r>
                <a:endParaRPr lang="en-US" b="1" dirty="0"/>
              </a:p>
              <a:p>
                <a:pPr marL="800100" lvl="1" indent="-342900" algn="l">
                  <a:buFont typeface="Wingdings" panose="05000000000000000000" pitchFamily="2" charset="2"/>
                  <a:buChar char="Ø"/>
                </a:pPr>
                <a:r>
                  <a:rPr lang="en-US" b="1" dirty="0"/>
                  <a:t>Nodes:</a:t>
                </a:r>
                <a:r>
                  <a:rPr lang="en-US" dirty="0"/>
                  <a:t> </a:t>
                </a:r>
                <a:endParaRPr lang="en-US" b="1" i="1" dirty="0">
                  <a:latin typeface="Cambria Math" panose="02040503050406030204" pitchFamily="18" charset="0"/>
                </a:endParaRPr>
              </a:p>
              <a:p>
                <a:pPr lvl="2"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</m:e>
                        <m:sub>
                          <m:r>
                            <a:rPr lang="en-US" b="1" i="1" dirty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sub>
                      </m:sSub>
                      <m:r>
                        <a:rPr lang="en-US" b="1" i="1" dirty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=  </m:t>
                      </m:r>
                      <m:d>
                        <m:dPr>
                          <m:ctrlPr>
                            <a:rPr lang="en-US" b="1" i="1" dirty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b="1" i="1" dirty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1" i="1" dirty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𝒑</m:t>
                              </m:r>
                            </m:e>
                            <m:sub>
                              <m:r>
                                <a:rPr lang="en-US" b="1" i="1" dirty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  <m:sup>
                              <m:r>
                                <a:rPr lang="en-US" b="1" i="1" dirty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𝒎𝒊𝒏</m:t>
                              </m:r>
                            </m:sup>
                          </m:sSubSup>
                          <m:r>
                            <a:rPr lang="en-US" b="1" i="1" dirty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 + </m:t>
                          </m:r>
                          <m:d>
                            <m:dPr>
                              <m:ctrlPr>
                                <a:rPr lang="en-US" b="1" i="1" dirty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b="1" i="1" dirty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Sup>
                                    <m:sSubSupPr>
                                      <m:ctrlPr>
                                        <a:rPr lang="en-US" b="1" i="1" dirty="0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b="1" i="1" dirty="0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𝒑</m:t>
                                      </m:r>
                                    </m:e>
                                    <m:sub>
                                      <m:r>
                                        <a:rPr lang="en-US" b="1" i="1" dirty="0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𝒏</m:t>
                                      </m:r>
                                    </m:sub>
                                    <m:sup>
                                      <m:r>
                                        <a:rPr lang="en-US" b="1" i="1" dirty="0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𝒎𝒂𝒙</m:t>
                                      </m:r>
                                    </m:sup>
                                  </m:sSubSup>
                                </m:fName>
                                <m:e>
                                  <m:r>
                                    <a:rPr lang="en-US" b="1" i="1" dirty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func>
                              <m:sSubSup>
                                <m:sSubSupPr>
                                  <m:ctrlPr>
                                    <a:rPr lang="en-US" b="1" i="1" dirty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1" i="1" dirty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𝒑</m:t>
                                  </m:r>
                                </m:e>
                                <m:sub>
                                  <m:r>
                                    <a:rPr lang="en-US" b="1" i="1" dirty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  <m:sup>
                                  <m:r>
                                    <a:rPr lang="en-US" b="1" i="1" dirty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𝒎𝒊𝒏</m:t>
                                  </m:r>
                                </m:sup>
                              </m:sSubSup>
                            </m:e>
                          </m:d>
                          <m:r>
                            <a:rPr lang="en-US" b="1" i="1" dirty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en-US" b="1" i="1" dirty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</m:d>
                      <m:r>
                        <a:rPr lang="en-US" b="1" i="1" dirty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1" i="1" dirty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𝒕𝒊𝒎𝒆</m:t>
                      </m:r>
                    </m:oMath>
                  </m:oMathPara>
                </a14:m>
                <a:endParaRPr lang="en-US" b="1" dirty="0">
                  <a:solidFill>
                    <a:srgbClr val="0000FF"/>
                  </a:solidFill>
                </a:endParaRPr>
              </a:p>
              <a:p>
                <a:pPr lvl="2" algn="l"/>
                <a:r>
                  <a:rPr lang="en-US" dirty="0"/>
                  <a:t>Where:</a:t>
                </a:r>
              </a:p>
              <a:p>
                <a:pPr lvl="3" algn="l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𝒑</m:t>
                        </m:r>
                      </m:e>
                      <m:sub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  <m:sup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𝒎𝒊𝒏</m:t>
                        </m:r>
                      </m:sup>
                    </m:sSubSup>
                  </m:oMath>
                </a14:m>
                <a:r>
                  <a:rPr lang="en-US" dirty="0"/>
                  <a:t>: Minimum power consumption of the node.</a:t>
                </a:r>
              </a:p>
              <a:p>
                <a:pPr lvl="3" algn="l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𝒑</m:t>
                        </m:r>
                      </m:e>
                      <m:sub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  <m:sup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𝒎𝒂𝒙</m:t>
                        </m:r>
                      </m:sup>
                    </m:sSubSup>
                    <m:r>
                      <a:rPr lang="en-US" b="1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: Maximum power consumption of the node.</a:t>
                </a:r>
              </a:p>
              <a:p>
                <a:pPr lvl="3" algn="l"/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𝒖</m:t>
                    </m:r>
                  </m:oMath>
                </a14:m>
                <a:r>
                  <a:rPr lang="en-US" dirty="0"/>
                  <a:t>: is the CPU utilization of node.</a:t>
                </a:r>
              </a:p>
              <a:p>
                <a:pPr lvl="3" algn="l"/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𝒕𝒊𝒎𝒆</m:t>
                    </m:r>
                  </m:oMath>
                </a14:m>
                <a:r>
                  <a:rPr lang="en-US" dirty="0"/>
                  <a:t>: is the time period considered for the calculation.</a:t>
                </a:r>
              </a:p>
              <a:p>
                <a:pPr marL="800100" lvl="1" indent="-342900" algn="l">
                  <a:buFont typeface="Wingdings" panose="05000000000000000000" pitchFamily="2" charset="2"/>
                  <a:buChar char="Ø"/>
                </a:pPr>
                <a:r>
                  <a:rPr lang="en-US" b="1" dirty="0"/>
                  <a:t>Switches:</a:t>
                </a:r>
                <a:r>
                  <a:rPr lang="en-US" dirty="0"/>
                  <a:t> </a:t>
                </a:r>
                <a:endParaRPr lang="en-US" b="1" i="1" dirty="0">
                  <a:latin typeface="Cambria Math" panose="02040503050406030204" pitchFamily="18" charset="0"/>
                </a:endParaRPr>
              </a:p>
              <a:p>
                <a:pPr lvl="2"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</m:e>
                        <m:sub>
                          <m:r>
                            <a:rPr lang="en-US" b="1" i="1" dirty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  <m:r>
                        <a:rPr lang="en-US" b="1" i="1" dirty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=  </m:t>
                      </m:r>
                      <m:d>
                        <m:dPr>
                          <m:ctrlPr>
                            <a:rPr lang="en-US" b="1" i="1" dirty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b="1" i="1" dirty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1" i="1" dirty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𝒑</m:t>
                              </m:r>
                            </m:e>
                            <m:sub>
                              <m:r>
                                <a:rPr lang="en-US" b="1" i="1" dirty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sub>
                            <m:sup>
                              <m:r>
                                <a:rPr lang="en-US" b="1" i="1" dirty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𝒔𝒕𝒂𝒕𝒊𝒄</m:t>
                              </m:r>
                            </m:sup>
                          </m:sSubSup>
                          <m:r>
                            <a:rPr lang="en-US" b="1" i="1" dirty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b="1" i="1" dirty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1" i="1" dirty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𝒑</m:t>
                              </m:r>
                            </m:e>
                            <m:sub>
                              <m:r>
                                <a:rPr lang="en-US" b="1" i="1" dirty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sub>
                            <m:sup>
                              <m:r>
                                <a:rPr lang="en-US" b="1" i="1" dirty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𝒑𝒐𝒓𝒕</m:t>
                              </m:r>
                            </m:sup>
                          </m:sSubSup>
                          <m:r>
                            <a:rPr lang="en-US" b="1" i="1" dirty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  <m:sSub>
                            <m:sSubPr>
                              <m:ctrlPr>
                                <a:rPr lang="en-US" b="1" i="1" dirty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dirty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b="1" i="1" dirty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sub>
                          </m:sSub>
                        </m:e>
                      </m:d>
                      <m:r>
                        <a:rPr lang="en-US" b="1" i="1" dirty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1" i="1" dirty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𝒕𝒊𝒎𝒆</m:t>
                      </m:r>
                    </m:oMath>
                  </m:oMathPara>
                </a14:m>
                <a:endParaRPr lang="en-US" b="1" dirty="0">
                  <a:solidFill>
                    <a:srgbClr val="0000FF"/>
                  </a:solidFill>
                </a:endParaRPr>
              </a:p>
              <a:p>
                <a:pPr lvl="2" algn="l"/>
                <a:r>
                  <a:rPr lang="en-US" dirty="0"/>
                  <a:t>Where:</a:t>
                </a:r>
              </a:p>
              <a:p>
                <a:pPr lvl="3" algn="l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𝒑</m:t>
                        </m:r>
                      </m:e>
                      <m:sub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𝒔</m:t>
                        </m:r>
                      </m:sub>
                      <m:sup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𝒔𝒕𝒂𝒕𝒊𝒄</m:t>
                        </m:r>
                      </m:sup>
                    </m:sSubSup>
                  </m:oMath>
                </a14:m>
                <a:r>
                  <a:rPr lang="en-US" dirty="0"/>
                  <a:t>: Power consumption of switch without traffic.</a:t>
                </a:r>
              </a:p>
              <a:p>
                <a:pPr lvl="3" algn="l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𝒑</m:t>
                        </m:r>
                      </m:e>
                      <m:sub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𝒔</m:t>
                        </m:r>
                      </m:sub>
                      <m:sup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𝒑𝒐𝒓𝒕</m:t>
                        </m:r>
                      </m:sup>
                    </m:sSubSup>
                  </m:oMath>
                </a14:m>
                <a:r>
                  <a:rPr lang="en-US" dirty="0"/>
                  <a:t>: Power consumption of each port on switch</a:t>
                </a:r>
              </a:p>
              <a:p>
                <a:pPr lvl="3" algn="l"/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  <m:sub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𝒔</m:t>
                        </m:r>
                      </m:sub>
                    </m:sSub>
                  </m:oMath>
                </a14:m>
                <a:r>
                  <a:rPr lang="en-US" dirty="0"/>
                  <a:t>: Number of active ports on switch s.</a:t>
                </a:r>
              </a:p>
              <a:p>
                <a:pPr lvl="4" algn="l"/>
                <a:r>
                  <a:rPr lang="en-US" sz="1800" dirty="0"/>
                  <a:t>The number of active ports 𝑞​  for each switch s can be calculated by counting the number of connected links to the switch</a:t>
                </a:r>
                <a:endParaRPr lang="en-US" dirty="0"/>
              </a:p>
              <a:p>
                <a:pPr lvl="3" algn="l"/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𝒕𝒊𝒎𝒆</m:t>
                    </m:r>
                  </m:oMath>
                </a14:m>
                <a:r>
                  <a:rPr lang="en-US" dirty="0"/>
                  <a:t>: is the time period considered for the calculation.</a:t>
                </a:r>
                <a:endParaRPr lang="en-US" b="1" dirty="0"/>
              </a:p>
            </p:txBody>
          </p:sp>
        </mc:Choice>
        <mc:Fallback xmlns="">
          <p:sp>
            <p:nvSpPr>
              <p:cNvPr id="19" name="Rectangle 3">
                <a:extLst>
                  <a:ext uri="{FF2B5EF4-FFF2-40B4-BE49-F238E27FC236}">
                    <a16:creationId xmlns:a16="http://schemas.microsoft.com/office/drawing/2014/main" id="{9A4F497A-3545-B017-FC36-AD6945C363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79" y="1175657"/>
                <a:ext cx="10734440" cy="5107327"/>
              </a:xfrm>
              <a:prstGeom prst="rect">
                <a:avLst/>
              </a:prstGeom>
              <a:blipFill>
                <a:blip r:embed="rId3"/>
                <a:stretch>
                  <a:fillRect l="-682" t="-716" b="-2625"/>
                </a:stretch>
              </a:blipFill>
            </p:spPr>
            <p:txBody>
              <a:bodyPr/>
              <a:lstStyle/>
              <a:p>
                <a:r>
                  <a:rPr lang="en-PK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98375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6E13D-3E8A-9A27-6FC0-7323D5905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33F242-DD0F-5FF8-0A09-2E024ACBECD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8019" y="313510"/>
            <a:ext cx="10855961" cy="746360"/>
          </a:xfrm>
        </p:spPr>
        <p:txBody>
          <a:bodyPr lIns="91440" tIns="45720" rIns="91440" bIns="45720" anchor="t"/>
          <a:lstStyle/>
          <a:p>
            <a:r>
              <a:rPr lang="en-US" sz="4400" dirty="0">
                <a:latin typeface="Gill Sans MT" panose="020B0502020104020203" pitchFamily="34" charset="77"/>
                <a:cs typeface="Arial"/>
              </a:rPr>
              <a:t>Carbon Footprint Model (cont.)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3">
                <a:extLst>
                  <a:ext uri="{FF2B5EF4-FFF2-40B4-BE49-F238E27FC236}">
                    <a16:creationId xmlns:a16="http://schemas.microsoft.com/office/drawing/2014/main" id="{C7BF6056-6213-C39E-5C30-587B47903D47}"/>
                  </a:ext>
                </a:extLst>
              </p:cNvPr>
              <p:cNvSpPr txBox="1">
                <a:spLocks noChangeArrowheads="1"/>
              </p:cNvSpPr>
              <p:nvPr/>
            </p:nvSpPr>
            <p:spPr>
              <a:xfrm>
                <a:off x="728779" y="1175657"/>
                <a:ext cx="10734440" cy="5107327"/>
              </a:xfrm>
              <a:prstGeom prst="rect">
                <a:avLst/>
              </a:prstGeom>
            </p:spPr>
            <p:txBody>
              <a:bodyPr/>
              <a:lstStyle>
                <a:lvl1pPr marL="342900" indent="-3429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rgbClr val="FFC629"/>
                  </a:buClr>
                  <a:buFont typeface="Arial" panose="020B0604020202020204" pitchFamily="34" charset="0"/>
                  <a:buChar char="•"/>
                  <a:defRPr sz="2200" b="0" i="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800" b="1" dirty="0"/>
                  <a:t>Total carbon footprint: </a:t>
                </a:r>
                <a:r>
                  <a:rPr lang="en-US" sz="2800" dirty="0">
                    <a:solidFill>
                      <a:srgbClr val="0000FF"/>
                    </a:solidFill>
                  </a:rPr>
                  <a:t>[2]</a:t>
                </a:r>
                <a:endParaRPr lang="en-US" sz="2800" b="1" dirty="0"/>
              </a:p>
              <a:p>
                <a:pPr lvl="1" algn="l"/>
                <a:r>
                  <a:rPr lang="en-US" sz="2800" dirty="0"/>
                  <a:t>To calculate total carbon footprint of the network we sum the carbon emission of all nodes and switches over a specific time period:</a:t>
                </a:r>
              </a:p>
              <a:p>
                <a:pPr lvl="1" algn="l"/>
                <a:endParaRPr lang="en-US" sz="2800" dirty="0"/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800" b="1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𝑪𝑭</m:t>
                          </m:r>
                        </m:e>
                        <m:sub>
                          <m:r>
                            <a:rPr lang="en-US" sz="2800" b="1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𝒔𝒚𝒔</m:t>
                          </m:r>
                        </m:sub>
                      </m:sSub>
                      <m:r>
                        <a:rPr lang="pt-BR" sz="2800" b="1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pt-BR" sz="2800" b="1" i="1" dirty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b="1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sz="2800" b="1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800" b="1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𝑵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en-US" sz="2800" b="1" i="1" dirty="0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b="1" i="1" dirty="0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1" i="1" dirty="0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𝑬</m:t>
                                  </m:r>
                                </m:e>
                                <m:sub>
                                  <m:r>
                                    <a:rPr lang="en-US" sz="2800" b="1" i="1" dirty="0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-US" sz="2800" b="1" i="1" dirty="0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r>
                                <a:rPr lang="en-US" sz="2800" b="1" i="1" dirty="0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  <m:sSup>
                                <m:sSupPr>
                                  <m:ctrlPr>
                                    <a:rPr lang="en-US" sz="2800" b="1" i="1" dirty="0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1" i="1" dirty="0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𝑶</m:t>
                                  </m:r>
                                </m:e>
                                <m:sup>
                                  <m:r>
                                    <a:rPr lang="en-US" sz="2800" b="1" i="1" dirty="0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sup>
                              </m:sSup>
                            </m:e>
                          </m:d>
                        </m:e>
                      </m:nary>
                      <m:r>
                        <a:rPr lang="en-US" sz="2800" b="1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pt-BR" sz="2800" b="1" i="1" dirty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1"/>
                            </m:rPr>
                            <a:rPr lang="en-US" sz="2800" b="1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  <m:r>
                            <a:rPr lang="en-US" sz="2800" b="1" i="1" dirty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800" b="1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𝑺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en-US" sz="2800" b="1" i="1" dirty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b="1" i="1" dirty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1" i="1" dirty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𝑬</m:t>
                                  </m:r>
                                </m:e>
                                <m:sub>
                                  <m:r>
                                    <a:rPr lang="en-US" sz="2800" b="1" i="1" dirty="0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sub>
                              </m:sSub>
                              <m:r>
                                <a:rPr lang="en-US" sz="2800" b="1" i="1" dirty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r>
                                <a:rPr lang="en-US" sz="2800" b="1" i="1" dirty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  <m:sSup>
                                <m:sSupPr>
                                  <m:ctrlPr>
                                    <a:rPr lang="en-US" sz="2800" b="1" i="1" dirty="0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1" i="1" dirty="0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𝑶</m:t>
                                  </m:r>
                                </m:e>
                                <m:sup>
                                  <m:r>
                                    <a:rPr lang="en-US" sz="2800" b="1" i="1" dirty="0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sup>
                              </m:sSup>
                            </m:e>
                          </m:d>
                        </m:e>
                      </m:nary>
                    </m:oMath>
                  </m:oMathPara>
                </a14:m>
                <a:endParaRPr lang="en-US" sz="2800" dirty="0"/>
              </a:p>
              <a:p>
                <a:pPr lvl="1" algn="l"/>
                <a:r>
                  <a:rPr lang="en-US" sz="2600" dirty="0"/>
                  <a:t>Where:</a:t>
                </a:r>
              </a:p>
              <a:p>
                <a:pPr marL="914400" lvl="1" indent="-457200" algn="l"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 smtClean="0">
                            <a:latin typeface="Cambria Math" panose="02040503050406030204" pitchFamily="18" charset="0"/>
                          </a:rPr>
                          <m:t>𝑬</m:t>
                        </m:r>
                      </m:e>
                      <m:sub>
                        <m:r>
                          <a:rPr lang="en-US" sz="2600" i="1" dirty="0" smtClean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r>
                  <a:rPr lang="en-US" sz="2600" dirty="0"/>
                  <a:t>: Node energy consumption</a:t>
                </a:r>
              </a:p>
              <a:p>
                <a:pPr marL="914400" lvl="1" indent="-457200" algn="l"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 smtClean="0">
                            <a:latin typeface="Cambria Math" panose="02040503050406030204" pitchFamily="18" charset="0"/>
                          </a:rPr>
                          <m:t>𝑬</m:t>
                        </m:r>
                      </m:e>
                      <m:sub>
                        <m:r>
                          <a:rPr lang="en-US" sz="2600" i="1" dirty="0" smtClean="0">
                            <a:latin typeface="Cambria Math" panose="02040503050406030204" pitchFamily="18" charset="0"/>
                          </a:rPr>
                          <m:t>𝒔</m:t>
                        </m:r>
                      </m:sub>
                    </m:sSub>
                  </m:oMath>
                </a14:m>
                <a:r>
                  <a:rPr lang="en-US" sz="2600" dirty="0"/>
                  <a:t>: Switch energy consumption</a:t>
                </a:r>
              </a:p>
              <a:p>
                <a:pPr marL="914400" lvl="1" indent="-457200" algn="l"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sz="2600" i="1" dirty="0" smtClean="0">
                        <a:latin typeface="Cambria Math" panose="02040503050406030204" pitchFamily="18" charset="0"/>
                      </a:rPr>
                      <m:t>𝑪</m:t>
                    </m:r>
                    <m:sSup>
                      <m:sSupPr>
                        <m:ctrlPr>
                          <a:rPr lang="en-US" sz="2600" b="1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1" i="1" dirty="0" smtClean="0">
                            <a:latin typeface="Cambria Math" panose="02040503050406030204" pitchFamily="18" charset="0"/>
                          </a:rPr>
                          <m:t>𝑶</m:t>
                        </m:r>
                      </m:e>
                      <m:sup>
                        <m:r>
                          <a:rPr lang="en-US" sz="2600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600" dirty="0"/>
                  <a:t>: Carbon emission factor of datacenter</a:t>
                </a:r>
              </a:p>
            </p:txBody>
          </p:sp>
        </mc:Choice>
        <mc:Fallback xmlns="">
          <p:sp>
            <p:nvSpPr>
              <p:cNvPr id="19" name="Rectangle 3">
                <a:extLst>
                  <a:ext uri="{FF2B5EF4-FFF2-40B4-BE49-F238E27FC236}">
                    <a16:creationId xmlns:a16="http://schemas.microsoft.com/office/drawing/2014/main" id="{C7BF6056-6213-C39E-5C30-587B47903D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79" y="1175657"/>
                <a:ext cx="10734440" cy="5107327"/>
              </a:xfrm>
              <a:prstGeom prst="rect">
                <a:avLst/>
              </a:prstGeom>
              <a:blipFill>
                <a:blip r:embed="rId3"/>
                <a:stretch>
                  <a:fillRect l="-1023" t="-1313" r="-739"/>
                </a:stretch>
              </a:blipFill>
            </p:spPr>
            <p:txBody>
              <a:bodyPr/>
              <a:lstStyle/>
              <a:p>
                <a:r>
                  <a:rPr lang="en-PK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010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492A6-5B36-42E9-EA99-2DEC3145D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2727A6-528E-4790-2901-131F8BB4FC1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8019" y="546776"/>
            <a:ext cx="10855961" cy="746360"/>
          </a:xfrm>
        </p:spPr>
        <p:txBody>
          <a:bodyPr lIns="91440" tIns="45720" rIns="91440" bIns="45720" anchor="t"/>
          <a:lstStyle/>
          <a:p>
            <a:r>
              <a:rPr lang="en-US" sz="4400" dirty="0">
                <a:latin typeface="Gill Sans MT" panose="020B0502020104020203" pitchFamily="34" charset="77"/>
                <a:cs typeface="Arial"/>
              </a:rPr>
              <a:t>Objective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3">
                <a:extLst>
                  <a:ext uri="{FF2B5EF4-FFF2-40B4-BE49-F238E27FC236}">
                    <a16:creationId xmlns:a16="http://schemas.microsoft.com/office/drawing/2014/main" id="{E4F86C8D-0464-8E52-D786-0FCEC460B9D5}"/>
                  </a:ext>
                </a:extLst>
              </p:cNvPr>
              <p:cNvSpPr txBox="1">
                <a:spLocks noChangeArrowheads="1"/>
              </p:cNvSpPr>
              <p:nvPr/>
            </p:nvSpPr>
            <p:spPr>
              <a:xfrm>
                <a:off x="668019" y="1429613"/>
                <a:ext cx="10734440" cy="4610474"/>
              </a:xfrm>
              <a:prstGeom prst="rect">
                <a:avLst/>
              </a:prstGeom>
            </p:spPr>
            <p:txBody>
              <a:bodyPr/>
              <a:lstStyle>
                <a:lvl1pPr marL="342900" indent="-3429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rgbClr val="FFC629"/>
                  </a:buClr>
                  <a:buFont typeface="Arial" panose="020B0604020202020204" pitchFamily="34" charset="0"/>
                  <a:buChar char="•"/>
                  <a:defRPr sz="2200" b="0" i="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d>
                      <m:dPr>
                        <m:ctrlPr>
                          <a:rPr lang="en-US" b="1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𝑨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𝒔𝒚𝒔</m:t>
                            </m:r>
                          </m:sub>
                        </m:sSub>
                        <m:r>
                          <a:rPr lang="en-US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𝑪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𝑭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𝒔𝒚𝒔</m:t>
                            </m:r>
                          </m:sub>
                        </m:sSub>
                      </m:e>
                    </m:d>
                    <m:r>
                      <a:rPr lang="en-US" b="1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𝒎𝒂𝒙</m:t>
                    </m:r>
                    <m:d>
                      <m:dPr>
                        <m:ctrlPr>
                          <a:rPr lang="en-US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1" i="1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𝜶</m:t>
                            </m:r>
                            <m:sSub>
                              <m:sSubPr>
                                <m:ctrlPr>
                                  <a:rPr lang="en-US" b="1" i="1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𝑨</m:t>
                                </m:r>
                              </m:e>
                              <m:sub>
                                <m:r>
                                  <a:rPr lang="en-US" b="1" i="1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𝒔𝒚𝒔</m:t>
                                </m:r>
                              </m:sub>
                            </m:sSub>
                            <m:r>
                              <a:rPr lang="en-US" b="1" i="1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b="1" i="1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1" i="1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1" i="1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𝜶</m:t>
                                </m:r>
                              </m:e>
                            </m:d>
                            <m:r>
                              <a:rPr lang="en-US" b="1" i="1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𝑪</m:t>
                            </m:r>
                            <m:sSub>
                              <m:sSubPr>
                                <m:ctrlPr>
                                  <a:rPr lang="en-US" b="1" i="1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𝑭</m:t>
                                </m:r>
                              </m:e>
                              <m:sub>
                                <m:r>
                                  <a:rPr lang="en-US" b="1" i="1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𝒔𝒚𝒔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en-US" b="1" dirty="0"/>
              </a:p>
              <a:p>
                <a:r>
                  <a:rPr lang="en-US" dirty="0"/>
                  <a:t>Where:</a:t>
                </a:r>
              </a:p>
              <a:p>
                <a:pPr marL="800100" lvl="1" indent="-342900" algn="l"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𝒔𝒚𝒔</m:t>
                        </m:r>
                      </m:sub>
                    </m:sSub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Average availability of all the SFCs deployed on the network.</a:t>
                </a:r>
              </a:p>
              <a:p>
                <a:pPr marL="800100" lvl="1" indent="-342900" algn="l"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𝑪</m:t>
                    </m:r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b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𝒔𝒚𝒔</m:t>
                        </m:r>
                      </m:sub>
                    </m:sSub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Total carbon footprint of all active nodes and switches across edge and cloud network.</a:t>
                </a:r>
              </a:p>
              <a:p>
                <a:pPr marL="800100" lvl="1" indent="-342900" algn="l">
                  <a:buFont typeface="Wingdings" panose="05000000000000000000" pitchFamily="2" charset="2"/>
                  <a:buChar char="Ø"/>
                </a:pPr>
                <a:r>
                  <a:rPr lang="en-US" dirty="0"/>
                  <a:t>𝜶: Weight Factor</a:t>
                </a:r>
              </a:p>
              <a:p>
                <a:pPr marL="685800"/>
                <a:endParaRPr lang="en-US" dirty="0"/>
              </a:p>
              <a:p>
                <a:pPr marL="685800"/>
                <a:r>
                  <a:rPr lang="en-US" dirty="0"/>
                  <a:t>The objective is to achieve an </a:t>
                </a:r>
                <a:r>
                  <a:rPr lang="en-US" dirty="0">
                    <a:solidFill>
                      <a:srgbClr val="FF0000"/>
                    </a:solidFill>
                  </a:rPr>
                  <a:t>optimal solution</a:t>
                </a:r>
                <a:r>
                  <a:rPr lang="en-US" dirty="0"/>
                  <a:t> between </a:t>
                </a:r>
                <a:r>
                  <a:rPr lang="en-US" dirty="0">
                    <a:solidFill>
                      <a:srgbClr val="FF0000"/>
                    </a:solidFill>
                  </a:rPr>
                  <a:t>availability and carbon footprint</a:t>
                </a:r>
                <a:r>
                  <a:rPr lang="en-US" dirty="0"/>
                  <a:t>.</a:t>
                </a:r>
              </a:p>
              <a:p>
                <a:pPr marL="685800"/>
                <a:r>
                  <a:rPr lang="en-US" dirty="0"/>
                  <a:t>That is, the </a:t>
                </a:r>
                <a:r>
                  <a:rPr lang="en-US" dirty="0">
                    <a:solidFill>
                      <a:srgbClr val="FF0000"/>
                    </a:solidFill>
                  </a:rPr>
                  <a:t>optimal value of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19" name="Rectangle 3">
                <a:extLst>
                  <a:ext uri="{FF2B5EF4-FFF2-40B4-BE49-F238E27FC236}">
                    <a16:creationId xmlns:a16="http://schemas.microsoft.com/office/drawing/2014/main" id="{E4F86C8D-0464-8E52-D786-0FCEC460B9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019" y="1429613"/>
                <a:ext cx="10734440" cy="4610474"/>
              </a:xfrm>
              <a:prstGeom prst="rect">
                <a:avLst/>
              </a:prstGeom>
              <a:blipFill>
                <a:blip r:embed="rId3"/>
                <a:stretch>
                  <a:fillRect l="-682" t="-132"/>
                </a:stretch>
              </a:blipFill>
            </p:spPr>
            <p:txBody>
              <a:bodyPr/>
              <a:lstStyle/>
              <a:p>
                <a:r>
                  <a:rPr lang="en-PK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776267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303AC-D4BF-4290-9AF9-C6A5D757E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3E3B49-0941-5225-F027-29A83253ED9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8019" y="546776"/>
            <a:ext cx="10855961" cy="746360"/>
          </a:xfrm>
        </p:spPr>
        <p:txBody>
          <a:bodyPr lIns="91440" tIns="45720" rIns="91440" bIns="45720" anchor="t"/>
          <a:lstStyle/>
          <a:p>
            <a:r>
              <a:rPr lang="en-US" sz="4400" dirty="0">
                <a:latin typeface="Gill Sans MT" panose="020B0502020104020203" pitchFamily="34" charset="77"/>
                <a:cs typeface="Arial"/>
              </a:rPr>
              <a:t>Network Placement Schemes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3">
                <a:extLst>
                  <a:ext uri="{FF2B5EF4-FFF2-40B4-BE49-F238E27FC236}">
                    <a16:creationId xmlns:a16="http://schemas.microsoft.com/office/drawing/2014/main" id="{F7CD34B2-EC0C-FE80-733A-0C76842222DE}"/>
                  </a:ext>
                </a:extLst>
              </p:cNvPr>
              <p:cNvSpPr txBox="1">
                <a:spLocks noChangeArrowheads="1"/>
              </p:cNvSpPr>
              <p:nvPr/>
            </p:nvSpPr>
            <p:spPr>
              <a:xfrm>
                <a:off x="668019" y="1429613"/>
                <a:ext cx="5427981" cy="4610474"/>
              </a:xfrm>
              <a:prstGeom prst="rect">
                <a:avLst/>
              </a:prstGeom>
            </p:spPr>
            <p:txBody>
              <a:bodyPr/>
              <a:lstStyle>
                <a:lvl1pPr marL="342900" indent="-3429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rgbClr val="FFC629"/>
                  </a:buClr>
                  <a:buFont typeface="Arial" panose="020B0604020202020204" pitchFamily="34" charset="0"/>
                  <a:buChar char="•"/>
                  <a:defRPr sz="2200" b="0" i="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b="1" dirty="0"/>
                  <a:t>Availability aware –</a:t>
                </a:r>
                <a:r>
                  <a:rPr lang="en-US" dirty="0"/>
                  <a:t> Focuses on increasing availability while making VNF placements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𝒎𝒂𝒙</m:t>
                          </m:r>
                        </m:fName>
                        <m:e>
                          <m:d>
                            <m:dPr>
                              <m:ctrlPr>
                                <a:rPr lang="en-US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1" i="1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𝑨</m:t>
                                  </m:r>
                                </m:e>
                                <m:sub>
                                  <m:r>
                                    <a:rPr lang="en-US" b="1" i="1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𝒔𝒚𝒔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𝜶</m:t>
                          </m:r>
                          <m:r>
                            <a:rPr lang="en-US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func>
                    </m:oMath>
                  </m:oMathPara>
                </a14:m>
                <a:endParaRPr lang="en-US" b="1" dirty="0"/>
              </a:p>
              <a:p>
                <a:r>
                  <a:rPr lang="en-US" b="1" dirty="0"/>
                  <a:t>Carbon aware –</a:t>
                </a:r>
                <a:r>
                  <a:rPr lang="en-US" dirty="0"/>
                  <a:t> Focuses on reducing carbon footprint while making VNF placements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𝒎𝒊𝒏</m:t>
                          </m:r>
                        </m:fName>
                        <m:e>
                          <m:d>
                            <m:dPr>
                              <m:ctrlPr>
                                <a:rPr lang="en-US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1" i="1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𝑪𝑭</m:t>
                                  </m:r>
                                </m:e>
                                <m:sub>
                                  <m:r>
                                    <a:rPr lang="en-US" b="1" i="1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𝒔𝒚𝒔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𝜶</m:t>
                          </m:r>
                          <m:r>
                            <a:rPr lang="en-US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e>
                      </m:func>
                    </m:oMath>
                  </m:oMathPara>
                </a14:m>
                <a:endParaRPr lang="en-US" b="1" dirty="0"/>
              </a:p>
              <a:p>
                <a:r>
                  <a:rPr lang="en-US" b="1" dirty="0"/>
                  <a:t>Tradeoff aware –</a:t>
                </a:r>
                <a:r>
                  <a:rPr lang="en-US" dirty="0"/>
                  <a:t> Focuses on balancing availability and carbon footprint while making VNF placements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𝒎𝒂𝒙</m:t>
                          </m:r>
                        </m:fName>
                        <m:e>
                          <m:d>
                            <m:dPr>
                              <m:ctrlPr>
                                <a:rPr lang="en-US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𝜶</m:t>
                              </m:r>
                              <m:sSub>
                                <m:sSubPr>
                                  <m:ctrlPr>
                                    <a:rPr lang="en-US" b="1" i="1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𝑨</m:t>
                                  </m:r>
                                </m:e>
                                <m:sub>
                                  <m:r>
                                    <a:rPr lang="en-US" b="1" i="1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𝒔𝒚𝒔</m:t>
                                  </m:r>
                                </m:sub>
                              </m:sSub>
                              <m:r>
                                <a:rPr lang="en-US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−(</m:t>
                              </m:r>
                              <m:r>
                                <a:rPr lang="en-US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𝜶</m:t>
                              </m:r>
                              <m:r>
                                <a:rPr lang="en-US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𝑪</m:t>
                              </m:r>
                              <m:sSub>
                                <m:sSubPr>
                                  <m:ctrlPr>
                                    <a:rPr lang="en-US" b="1" i="1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𝑭</m:t>
                                  </m:r>
                                </m:e>
                                <m:sub>
                                  <m:r>
                                    <a:rPr lang="en-US" b="1" i="1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𝒔𝒚𝒔</m:t>
                                  </m:r>
                                </m:sub>
                              </m:sSub>
                              <m:r>
                                <m:rPr>
                                  <m:nor/>
                                </m:rPr>
                                <a:rPr lang="en-PK" b="1" dirty="0">
                                  <a:solidFill>
                                    <a:srgbClr val="0000FF"/>
                                  </a:solidFill>
                                </a:rPr>
                                <m:t> 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b="1" dirty="0"/>
              </a:p>
              <a:p>
                <a:pPr lvl="1"/>
                <a:r>
                  <a:rPr lang="en-US" b="1" dirty="0"/>
                  <a:t>Question:</a:t>
                </a:r>
                <a:r>
                  <a:rPr lang="en-US" dirty="0"/>
                  <a:t> What is the optimal value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? </a:t>
                </a:r>
                <a:endParaRPr lang="en-PK" dirty="0"/>
              </a:p>
            </p:txBody>
          </p:sp>
        </mc:Choice>
        <mc:Fallback xmlns="">
          <p:sp>
            <p:nvSpPr>
              <p:cNvPr id="19" name="Rectangle 3">
                <a:extLst>
                  <a:ext uri="{FF2B5EF4-FFF2-40B4-BE49-F238E27FC236}">
                    <a16:creationId xmlns:a16="http://schemas.microsoft.com/office/drawing/2014/main" id="{F7CD34B2-EC0C-FE80-733A-0C76842222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019" y="1429613"/>
                <a:ext cx="5427981" cy="4610474"/>
              </a:xfrm>
              <a:prstGeom prst="rect">
                <a:avLst/>
              </a:prstGeom>
              <a:blipFill>
                <a:blip r:embed="rId4"/>
                <a:stretch>
                  <a:fillRect l="-1348" t="-794" r="-787" b="-3439"/>
                </a:stretch>
              </a:blipFill>
            </p:spPr>
            <p:txBody>
              <a:bodyPr/>
              <a:lstStyle/>
              <a:p>
                <a:r>
                  <a:rPr lang="en-PK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2">
            <a:extLst>
              <a:ext uri="{FF2B5EF4-FFF2-40B4-BE49-F238E27FC236}">
                <a16:creationId xmlns:a16="http://schemas.microsoft.com/office/drawing/2014/main" id="{6AD57AAD-06F8-E623-E268-E17C9F4D06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6908" y="1293136"/>
            <a:ext cx="5247072" cy="490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56446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BC2CF9-516A-73AA-FB2C-8A76CB012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E8D118-819F-39AA-74D5-DA0AF2CA8DD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8019" y="546776"/>
            <a:ext cx="10855961" cy="746360"/>
          </a:xfrm>
        </p:spPr>
        <p:txBody>
          <a:bodyPr lIns="91440" tIns="45720" rIns="91440" bIns="45720" anchor="t"/>
          <a:lstStyle/>
          <a:p>
            <a:r>
              <a:rPr lang="en-US" sz="4000" dirty="0">
                <a:latin typeface="Gill Sans MT" panose="020B0502020104020203" pitchFamily="34" charset="77"/>
                <a:cs typeface="Arial"/>
              </a:rPr>
              <a:t>Energy Source Impact on Carbon Emissions [3]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FDDF5A-665E-5A43-EABA-C9B6C5E3AA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25" t="2741" r="1525" b="4127"/>
          <a:stretch/>
        </p:blipFill>
        <p:spPr>
          <a:xfrm>
            <a:off x="952500" y="1516436"/>
            <a:ext cx="10287000" cy="4794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7419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39342-0E9D-1921-276A-AF3CF1B62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F64489-B6BB-C9A6-59C8-F3C20279069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8019" y="546776"/>
            <a:ext cx="10855961" cy="746360"/>
          </a:xfrm>
        </p:spPr>
        <p:txBody>
          <a:bodyPr lIns="91440" tIns="45720" rIns="91440" bIns="45720" anchor="t"/>
          <a:lstStyle/>
          <a:p>
            <a:r>
              <a:rPr lang="en-US" sz="4400" dirty="0">
                <a:latin typeface="Gill Sans MT" panose="020B0502020104020203" pitchFamily="34" charset="77"/>
                <a:cs typeface="Arial"/>
              </a:rPr>
              <a:t>Carbon Footprint Rate Sources</a:t>
            </a:r>
          </a:p>
        </p:txBody>
      </p:sp>
      <p:sp>
        <p:nvSpPr>
          <p:cNvPr id="19" name="Rectangle 3">
            <a:extLst>
              <a:ext uri="{FF2B5EF4-FFF2-40B4-BE49-F238E27FC236}">
                <a16:creationId xmlns:a16="http://schemas.microsoft.com/office/drawing/2014/main" id="{ED639F15-C3AE-69C0-6997-A7EA02064AE6}"/>
              </a:ext>
            </a:extLst>
          </p:cNvPr>
          <p:cNvSpPr txBox="1">
            <a:spLocks noChangeArrowheads="1"/>
          </p:cNvSpPr>
          <p:nvPr/>
        </p:nvSpPr>
        <p:spPr>
          <a:xfrm>
            <a:off x="668019" y="1429613"/>
            <a:ext cx="5427981" cy="4610474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FC629"/>
              </a:buClr>
              <a:buFont typeface="Arial" panose="020B0604020202020204" pitchFamily="34" charset="0"/>
              <a:buChar char="•"/>
              <a:defRPr sz="22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Table shows data centers’ PUE value and carbon footprint rates</a:t>
            </a:r>
          </a:p>
          <a:p>
            <a:r>
              <a:rPr lang="en-US" sz="1800" dirty="0"/>
              <a:t>The PUE value is based on the work by Greenberg et al. </a:t>
            </a:r>
            <a:r>
              <a:rPr lang="en-US" sz="1800" dirty="0">
                <a:solidFill>
                  <a:srgbClr val="0000FF"/>
                </a:solidFill>
              </a:rPr>
              <a:t>[4]</a:t>
            </a:r>
          </a:p>
          <a:p>
            <a:r>
              <a:rPr lang="en-US" sz="1800" dirty="0"/>
              <a:t>Carbon footprint rates, are extracted based on the information from US Department of Energy, Appendix F, Electricity Emission Factors. </a:t>
            </a:r>
            <a:r>
              <a:rPr lang="en-US" sz="1800" dirty="0">
                <a:solidFill>
                  <a:srgbClr val="0000FF"/>
                </a:solidFill>
              </a:rPr>
              <a:t>[5]</a:t>
            </a:r>
          </a:p>
          <a:p>
            <a:endParaRPr lang="en-US" sz="1800" dirty="0"/>
          </a:p>
          <a:p>
            <a:pPr marL="0" indent="0">
              <a:buNone/>
            </a:pPr>
            <a:r>
              <a:rPr lang="en-US" sz="1800" b="1" dirty="0"/>
              <a:t>PUE (Power Usage Effectiveness):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US" sz="1600" dirty="0"/>
              <a:t>Measures the energy efficiency of a data center. 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US" sz="1600" dirty="0"/>
              <a:t>It is calculated by dividing total energy consumption by the energy used for IT equipment. 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US" sz="1600" dirty="0"/>
              <a:t>Lower PUE values indicate better energy efficiency.</a:t>
            </a:r>
            <a:endParaRPr lang="en-PK" sz="1600" b="1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DDFC70F-E7F4-AA3E-6385-D9B2C1722F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6000700"/>
              </p:ext>
            </p:extLst>
          </p:nvPr>
        </p:nvGraphicFramePr>
        <p:xfrm>
          <a:off x="6063001" y="2367280"/>
          <a:ext cx="5460979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566">
                  <a:extLst>
                    <a:ext uri="{9D8B030D-6E8A-4147-A177-3AD203B41FA5}">
                      <a16:colId xmlns:a16="http://schemas.microsoft.com/office/drawing/2014/main" val="311981032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1144495695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7310102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Data Center Site</a:t>
                      </a:r>
                      <a:endParaRPr lang="en-P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PUE</a:t>
                      </a:r>
                      <a:endParaRPr lang="en-P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Carbon Footprint Rate(Tons/MWh)</a:t>
                      </a:r>
                      <a:endParaRPr lang="en-PK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4390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DC1 -Oregan, USA</a:t>
                      </a:r>
                      <a:endParaRPr lang="en-P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1.56</a:t>
                      </a:r>
                      <a:endParaRPr lang="en-P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0.124</a:t>
                      </a:r>
                      <a:endParaRPr lang="en-PK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12223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DC2 -California, USA</a:t>
                      </a:r>
                      <a:endParaRPr lang="en-P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1.7</a:t>
                      </a:r>
                      <a:endParaRPr lang="en-P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0.350</a:t>
                      </a:r>
                      <a:endParaRPr lang="en-PK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53456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DC3 -Virginia, USA</a:t>
                      </a:r>
                      <a:endParaRPr lang="en-P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1.9</a:t>
                      </a:r>
                      <a:endParaRPr lang="en-P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0.466</a:t>
                      </a:r>
                      <a:endParaRPr lang="en-PK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52804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sv-SE" dirty="0"/>
                        <a:t>DC4 -Dallas, USA</a:t>
                      </a:r>
                      <a:endParaRPr lang="en-P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dirty="0"/>
                        <a:t>2.1</a:t>
                      </a:r>
                      <a:endParaRPr lang="en-P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dirty="0"/>
                        <a:t>0.678</a:t>
                      </a:r>
                      <a:endParaRPr lang="en-PK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505940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C40F32B-816D-E457-9061-475C4EC274FD}"/>
              </a:ext>
            </a:extLst>
          </p:cNvPr>
          <p:cNvSpPr txBox="1"/>
          <p:nvPr/>
        </p:nvSpPr>
        <p:spPr>
          <a:xfrm>
            <a:off x="6095999" y="4627197"/>
            <a:ext cx="1985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Table Reference [6]</a:t>
            </a:r>
            <a:endParaRPr lang="en-PK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33510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A7CDF-0391-E1E3-6411-5DC074E17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47C2B0-F778-23D8-B8AE-819A302445A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8018" y="208448"/>
            <a:ext cx="10855961" cy="746360"/>
          </a:xfrm>
        </p:spPr>
        <p:txBody>
          <a:bodyPr lIns="91440" tIns="45720" rIns="91440" bIns="45720" anchor="t"/>
          <a:lstStyle/>
          <a:p>
            <a:r>
              <a:rPr lang="en-US" sz="3200" dirty="0">
                <a:latin typeface="Gill Sans MT" panose="020B0502020104020203" pitchFamily="34" charset="77"/>
                <a:cs typeface="Arial"/>
              </a:rPr>
              <a:t>What does the carbon footprint number mean?</a:t>
            </a:r>
          </a:p>
        </p:txBody>
      </p:sp>
      <p:sp>
        <p:nvSpPr>
          <p:cNvPr id="19" name="Rectangle 3">
            <a:extLst>
              <a:ext uri="{FF2B5EF4-FFF2-40B4-BE49-F238E27FC236}">
                <a16:creationId xmlns:a16="http://schemas.microsoft.com/office/drawing/2014/main" id="{F69590C1-EDAC-B087-96B9-2A0AEE93CC6B}"/>
              </a:ext>
            </a:extLst>
          </p:cNvPr>
          <p:cNvSpPr txBox="1">
            <a:spLocks noChangeArrowheads="1"/>
          </p:cNvSpPr>
          <p:nvPr/>
        </p:nvSpPr>
        <p:spPr>
          <a:xfrm>
            <a:off x="668015" y="727571"/>
            <a:ext cx="10855961" cy="3834714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FC629"/>
              </a:buClr>
              <a:buFont typeface="Arial" panose="020B0604020202020204" pitchFamily="34" charset="0"/>
              <a:buChar char="•"/>
              <a:defRPr sz="22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The carbon footprint number quantifies:</a:t>
            </a:r>
          </a:p>
          <a:p>
            <a:pPr marL="0" indent="0" algn="ctr">
              <a:buNone/>
            </a:pPr>
            <a:endParaRPr lang="en-US" sz="2000" b="1" i="1" u="sng" dirty="0"/>
          </a:p>
          <a:p>
            <a:pPr marL="0" indent="0" algn="ctr">
              <a:buNone/>
            </a:pPr>
            <a:r>
              <a:rPr lang="en-US" sz="2000" b="1" i="1" u="sng" dirty="0"/>
              <a:t>The amount of greenhouse gases, especially CO₂, released into the atmosphere due to a particular activity, product, or process. </a:t>
            </a:r>
          </a:p>
          <a:p>
            <a:endParaRPr lang="en-US" sz="2000" dirty="0"/>
          </a:p>
          <a:p>
            <a:r>
              <a:rPr lang="en-US" sz="2000" dirty="0"/>
              <a:t>It's typically expressed in </a:t>
            </a:r>
            <a:r>
              <a:rPr lang="en-US" sz="2000" b="1" dirty="0"/>
              <a:t>kilograms or tons of CO₂</a:t>
            </a:r>
            <a:r>
              <a:rPr lang="en-US" sz="2000" dirty="0"/>
              <a:t> equivalent. </a:t>
            </a:r>
          </a:p>
          <a:p>
            <a:r>
              <a:rPr lang="en-US" sz="2000" dirty="0"/>
              <a:t>For example, the carbon footprint of </a:t>
            </a:r>
            <a:r>
              <a:rPr lang="en-US" sz="2000" b="1" dirty="0"/>
              <a:t>transportation</a:t>
            </a:r>
            <a:r>
              <a:rPr lang="en-US" sz="2000" dirty="0"/>
              <a:t>, </a:t>
            </a:r>
            <a:r>
              <a:rPr lang="en-US" sz="2000" b="1" dirty="0"/>
              <a:t>energy usage</a:t>
            </a:r>
            <a:r>
              <a:rPr lang="en-US" sz="2000" dirty="0"/>
              <a:t>, or </a:t>
            </a:r>
            <a:r>
              <a:rPr lang="en-US" sz="2000" b="1" dirty="0"/>
              <a:t>manufacturing</a:t>
            </a:r>
            <a:r>
              <a:rPr lang="en-US" sz="2000" dirty="0"/>
              <a:t> reflects the environmental impact of these activities by measuring the emissions they generate.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BF48D785-2092-C9DB-9BAF-AC395776F952}"/>
              </a:ext>
            </a:extLst>
          </p:cNvPr>
          <p:cNvSpPr txBox="1">
            <a:spLocks/>
          </p:cNvSpPr>
          <p:nvPr/>
        </p:nvSpPr>
        <p:spPr>
          <a:xfrm>
            <a:off x="668016" y="4335048"/>
            <a:ext cx="10855961" cy="74636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5400" b="0" i="0" kern="1200">
                <a:solidFill>
                  <a:srgbClr val="124734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>
                <a:latin typeface="Gill Sans MT" panose="020B0502020104020203" pitchFamily="34" charset="77"/>
                <a:cs typeface="Arial"/>
              </a:rPr>
              <a:t>What needs to change if it can be improved?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95761E11-DB34-4F08-AC05-426B7ADADB45}"/>
              </a:ext>
            </a:extLst>
          </p:cNvPr>
          <p:cNvSpPr txBox="1">
            <a:spLocks noChangeArrowheads="1"/>
          </p:cNvSpPr>
          <p:nvPr/>
        </p:nvSpPr>
        <p:spPr>
          <a:xfrm>
            <a:off x="668016" y="4983690"/>
            <a:ext cx="10855961" cy="1517694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FC629"/>
              </a:buClr>
              <a:buFont typeface="Arial" panose="020B0604020202020204" pitchFamily="34" charset="0"/>
              <a:buChar char="•"/>
              <a:defRPr sz="22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/>
              <a:t>Switching to renewable energy</a:t>
            </a:r>
            <a:r>
              <a:rPr lang="en-US" sz="2000" dirty="0"/>
              <a:t> sources like solar, wind, or hydroelectric power to replace fossil fuels.</a:t>
            </a:r>
          </a:p>
          <a:p>
            <a:r>
              <a:rPr lang="en-US" sz="2000" b="1" dirty="0"/>
              <a:t>Finding an optimal balance </a:t>
            </a:r>
            <a:r>
              <a:rPr lang="en-US" sz="2000" dirty="0"/>
              <a:t>between the </a:t>
            </a:r>
            <a:r>
              <a:rPr lang="en-US" sz="2000" b="1" u="sng" dirty="0"/>
              <a:t>availability</a:t>
            </a:r>
            <a:r>
              <a:rPr lang="en-US" sz="2000" dirty="0"/>
              <a:t> and </a:t>
            </a:r>
            <a:r>
              <a:rPr lang="en-US" sz="2000" b="1" u="sng" dirty="0"/>
              <a:t>carbon footprint</a:t>
            </a:r>
            <a:r>
              <a:rPr lang="en-US" sz="2000" dirty="0"/>
              <a:t> during the virtual network placement and allocation process.</a:t>
            </a:r>
          </a:p>
        </p:txBody>
      </p:sp>
    </p:spTree>
    <p:extLst>
      <p:ext uri="{BB962C8B-B14F-4D97-AF65-F5344CB8AC3E}">
        <p14:creationId xmlns:p14="http://schemas.microsoft.com/office/powerpoint/2010/main" val="42546683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4F5E3-8FC0-FFFA-AB2D-165AF8B94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CBAF68-D6A8-7C9A-A3B9-FA74FE4063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8019" y="546776"/>
            <a:ext cx="10855961" cy="1071712"/>
          </a:xfrm>
        </p:spPr>
        <p:txBody>
          <a:bodyPr lIns="91440" tIns="45720" rIns="91440" bIns="45720" anchor="t"/>
          <a:lstStyle/>
          <a:p>
            <a:r>
              <a:rPr lang="en-US" sz="3600" dirty="0">
                <a:latin typeface="Gill Sans MT" panose="020B0502020104020203" pitchFamily="34" charset="77"/>
                <a:cs typeface="Arial"/>
              </a:rPr>
              <a:t>Has anyone else in the world explored the “application” of these formulae?</a:t>
            </a:r>
          </a:p>
        </p:txBody>
      </p:sp>
      <p:sp>
        <p:nvSpPr>
          <p:cNvPr id="19" name="Rectangle 3">
            <a:extLst>
              <a:ext uri="{FF2B5EF4-FFF2-40B4-BE49-F238E27FC236}">
                <a16:creationId xmlns:a16="http://schemas.microsoft.com/office/drawing/2014/main" id="{83594CC5-2564-1290-719F-96933E29544C}"/>
              </a:ext>
            </a:extLst>
          </p:cNvPr>
          <p:cNvSpPr txBox="1">
            <a:spLocks noChangeArrowheads="1"/>
          </p:cNvSpPr>
          <p:nvPr/>
        </p:nvSpPr>
        <p:spPr>
          <a:xfrm>
            <a:off x="668019" y="1719071"/>
            <a:ext cx="10855961" cy="4321015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FC629"/>
              </a:buClr>
              <a:buFont typeface="Arial" panose="020B0604020202020204" pitchFamily="34" charset="0"/>
              <a:buChar char="•"/>
              <a:defRPr sz="22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There has been exploration into the application of similar formulas and methodologies in the field of Service Function Chain (SFC) allocation and embedding. For example:</a:t>
            </a:r>
          </a:p>
          <a:p>
            <a:pPr>
              <a:buFont typeface="+mj-lt"/>
              <a:buAutoNum type="arabicPeriod"/>
            </a:pPr>
            <a:endParaRPr lang="en-US" sz="1400" b="1" dirty="0"/>
          </a:p>
          <a:p>
            <a:pPr>
              <a:buFont typeface="+mj-lt"/>
              <a:buAutoNum type="arabicPeriod"/>
            </a:pPr>
            <a:r>
              <a:rPr lang="en-US" sz="1600" b="1" dirty="0"/>
              <a:t>Service Function Chain Resource Allocation and Offloading in Constrained Edge-Cloud Optical Networks </a:t>
            </a:r>
            <a:r>
              <a:rPr lang="en-US" sz="1600" b="1" dirty="0">
                <a:solidFill>
                  <a:srgbClr val="0000FF"/>
                </a:solidFill>
              </a:rPr>
              <a:t>[7]</a:t>
            </a:r>
            <a:r>
              <a:rPr lang="en-US" sz="1600" dirty="0"/>
              <a:t>: </a:t>
            </a:r>
            <a:r>
              <a:rPr lang="en-US" sz="1400" dirty="0"/>
              <a:t>Explores mathematical methods (like MILP) for efficiently assigning tasks and resources in edge and cloud systems.</a:t>
            </a:r>
          </a:p>
          <a:p>
            <a:pPr>
              <a:buFont typeface="+mj-lt"/>
              <a:buAutoNum type="arabicPeriod"/>
            </a:pPr>
            <a:r>
              <a:rPr lang="en-US" sz="1600" b="1" dirty="0"/>
              <a:t>Optimized Placement of Service Function Chains in Edge Cloud with LSTM and ILP </a:t>
            </a:r>
            <a:r>
              <a:rPr lang="en-US" sz="1600" b="1" dirty="0">
                <a:solidFill>
                  <a:srgbClr val="0000FF"/>
                </a:solidFill>
              </a:rPr>
              <a:t>[8]</a:t>
            </a:r>
            <a:r>
              <a:rPr lang="en-US" sz="1600" dirty="0"/>
              <a:t>: </a:t>
            </a:r>
            <a:r>
              <a:rPr lang="en-US" sz="1400" dirty="0"/>
              <a:t>Combines traffic predictions with optimization techniques to place Service Function Chains (SFCs), reducing costs and delays.</a:t>
            </a:r>
          </a:p>
          <a:p>
            <a:pPr>
              <a:buFont typeface="+mj-lt"/>
              <a:buAutoNum type="arabicPeriod"/>
            </a:pPr>
            <a:r>
              <a:rPr lang="en-US" sz="1600" b="1" dirty="0"/>
              <a:t>Service Function Chain Placement for Joint Cost and Latency Optimization </a:t>
            </a:r>
            <a:r>
              <a:rPr lang="en-US" sz="1600" b="1" dirty="0">
                <a:solidFill>
                  <a:srgbClr val="0000FF"/>
                </a:solidFill>
              </a:rPr>
              <a:t>[9]</a:t>
            </a:r>
            <a:r>
              <a:rPr lang="en-US" sz="1600" dirty="0"/>
              <a:t>: </a:t>
            </a:r>
            <a:r>
              <a:rPr lang="en-US" sz="1400" dirty="0"/>
              <a:t>Uses advanced models to improve how virtual network functions are positioned, saving money while keeping services fast.</a:t>
            </a:r>
          </a:p>
          <a:p>
            <a:endParaRPr lang="en-US" sz="1800" dirty="0"/>
          </a:p>
          <a:p>
            <a:r>
              <a:rPr lang="en-US" sz="1800" dirty="0"/>
              <a:t>These studies demonstrate how similar mathematical models and optimization techniques are being applied to solve real-world challenges in edge-cloud computing.</a:t>
            </a:r>
            <a:endParaRPr lang="en-PK" sz="1600" b="1" dirty="0"/>
          </a:p>
        </p:txBody>
      </p:sp>
    </p:spTree>
    <p:extLst>
      <p:ext uri="{BB962C8B-B14F-4D97-AF65-F5344CB8AC3E}">
        <p14:creationId xmlns:p14="http://schemas.microsoft.com/office/powerpoint/2010/main" val="39637461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C76FF-9BF4-0A71-3786-20C05BBA0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8FCD2F-39C5-161A-F224-66234AA2B9C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8019" y="546776"/>
            <a:ext cx="10855961" cy="746360"/>
          </a:xfrm>
        </p:spPr>
        <p:txBody>
          <a:bodyPr lIns="91440" tIns="45720" rIns="91440" bIns="45720" anchor="t"/>
          <a:lstStyle/>
          <a:p>
            <a:r>
              <a:rPr lang="en-US" sz="4400" dirty="0">
                <a:latin typeface="Gill Sans MT" panose="020B0502020104020203" pitchFamily="34" charset="77"/>
                <a:cs typeface="Arial"/>
              </a:rPr>
              <a:t>Network Placement Algorithms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735C69-380A-979D-865C-ACE7E1967B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019" y="1480181"/>
            <a:ext cx="4943706" cy="43454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5D52F47-5DA1-C1F5-895B-8DCC5EED7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480181"/>
            <a:ext cx="5036889" cy="3750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560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B5F43-E6C6-C025-2ACC-883DE81E2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FC8F86-E210-2986-C983-7D9472992F4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76781" y="528488"/>
            <a:ext cx="10855961" cy="746360"/>
          </a:xfrm>
        </p:spPr>
        <p:txBody>
          <a:bodyPr lIns="91440" tIns="45720" rIns="91440" bIns="45720" anchor="t"/>
          <a:lstStyle/>
          <a:p>
            <a:r>
              <a:rPr lang="en-US" sz="4400" dirty="0">
                <a:latin typeface="Gill Sans MT" panose="020B0502020104020203" pitchFamily="34" charset="77"/>
                <a:cs typeface="Arial"/>
              </a:rPr>
              <a:t>Network Allocation Algorithm (SA, PSO, GA)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A5B989-FFDF-26A0-F0CD-AD125B5E03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781" y="1782148"/>
            <a:ext cx="3923235" cy="32937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1CD156A-C032-68B5-75FE-E19A50DCD0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5954" y="1782148"/>
            <a:ext cx="3680090" cy="32937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4E1C752-0D18-5936-C300-18C3B18BD8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3606" y="2151072"/>
            <a:ext cx="3911613" cy="2555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96452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735E9-E1A9-3CB7-B04C-CE4BFD8C8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879D01-F28E-C72F-8A26-C31E63D9A4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8019" y="546776"/>
            <a:ext cx="10855961" cy="746360"/>
          </a:xfrm>
        </p:spPr>
        <p:txBody>
          <a:bodyPr lIns="91440" tIns="45720" rIns="91440" bIns="45720" anchor="t"/>
          <a:lstStyle/>
          <a:p>
            <a:r>
              <a:rPr lang="en-US" sz="4400" dirty="0">
                <a:latin typeface="Gill Sans MT" panose="020B0502020104020203" pitchFamily="34" charset="77"/>
                <a:cs typeface="Arial"/>
              </a:rPr>
              <a:t>Optimal Value of Weight (𝛼)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3">
                <a:extLst>
                  <a:ext uri="{FF2B5EF4-FFF2-40B4-BE49-F238E27FC236}">
                    <a16:creationId xmlns:a16="http://schemas.microsoft.com/office/drawing/2014/main" id="{1E1C8DA0-E07C-014E-3DDC-27C2C067CEAA}"/>
                  </a:ext>
                </a:extLst>
              </p:cNvPr>
              <p:cNvSpPr txBox="1">
                <a:spLocks noChangeArrowheads="1"/>
              </p:cNvSpPr>
              <p:nvPr/>
            </p:nvSpPr>
            <p:spPr>
              <a:xfrm>
                <a:off x="668019" y="1429613"/>
                <a:ext cx="5427981" cy="4610474"/>
              </a:xfrm>
              <a:prstGeom prst="rect">
                <a:avLst/>
              </a:prstGeom>
            </p:spPr>
            <p:txBody>
              <a:bodyPr/>
              <a:lstStyle>
                <a:lvl1pPr marL="342900" indent="-3429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rgbClr val="FFC629"/>
                  </a:buClr>
                  <a:buFont typeface="Arial" panose="020B0604020202020204" pitchFamily="34" charset="0"/>
                  <a:buChar char="•"/>
                  <a:defRPr sz="2200" b="0" i="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000" dirty="0"/>
                  <a:t>The availability and carbon footprint values are plotted against the different values of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𝑤𝑒𝑖𝑔h𝑡</m:t>
                        </m:r>
                      </m:e>
                    </m:d>
                  </m:oMath>
                </a14:m>
                <a:endParaRPr lang="en-US" sz="2000" b="0" dirty="0">
                  <a:ea typeface="Cambria Math" panose="02040503050406030204" pitchFamily="18" charset="0"/>
                </a:endParaRPr>
              </a:p>
              <a:p>
                <a:r>
                  <a:rPr lang="en-US" sz="2000" dirty="0"/>
                  <a:t>It is observed that the optimal balance between availability and carbon footprint is achieved at approximately: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K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=0.4</m:t>
                      </m:r>
                    </m:oMath>
                  </m:oMathPara>
                </a14:m>
                <a:endParaRPr lang="en-PK" sz="1800" dirty="0"/>
              </a:p>
            </p:txBody>
          </p:sp>
        </mc:Choice>
        <mc:Fallback xmlns="">
          <p:sp>
            <p:nvSpPr>
              <p:cNvPr id="19" name="Rectangle 3">
                <a:extLst>
                  <a:ext uri="{FF2B5EF4-FFF2-40B4-BE49-F238E27FC236}">
                    <a16:creationId xmlns:a16="http://schemas.microsoft.com/office/drawing/2014/main" id="{1E1C8DA0-E07C-014E-3DDC-27C2C067CE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019" y="1429613"/>
                <a:ext cx="5427981" cy="4610474"/>
              </a:xfrm>
              <a:prstGeom prst="rect">
                <a:avLst/>
              </a:prstGeom>
              <a:blipFill>
                <a:blip r:embed="rId3"/>
                <a:stretch>
                  <a:fillRect l="-1011" t="-661" r="-787"/>
                </a:stretch>
              </a:blipFill>
            </p:spPr>
            <p:txBody>
              <a:bodyPr/>
              <a:lstStyle/>
              <a:p>
                <a:r>
                  <a:rPr lang="en-PK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1F670EB-7D27-9B5A-E523-DBC5617DDDF6}"/>
              </a:ext>
            </a:extLst>
          </p:cNvPr>
          <p:cNvGraphicFramePr>
            <a:graphicFrameLocks/>
          </p:cNvGraphicFramePr>
          <p:nvPr/>
        </p:nvGraphicFramePr>
        <p:xfrm>
          <a:off x="6342380" y="1429613"/>
          <a:ext cx="5181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4600912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9FADE-6B35-3069-9CD1-8BD1F1C99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7608C2-3640-F457-64CC-6A4A4EBB110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8019" y="546776"/>
            <a:ext cx="10855961" cy="746360"/>
          </a:xfrm>
        </p:spPr>
        <p:txBody>
          <a:bodyPr lIns="91440" tIns="45720" rIns="91440" bIns="45720" anchor="t"/>
          <a:lstStyle/>
          <a:p>
            <a:r>
              <a:rPr lang="en-US" sz="4400" dirty="0">
                <a:latin typeface="Gill Sans MT" panose="020B0502020104020203" pitchFamily="34" charset="77"/>
                <a:cs typeface="Arial"/>
              </a:rPr>
              <a:t>Comparison of Embedding Policies</a:t>
            </a: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313804EF-90F2-3E94-F7BF-FC73F366125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243716"/>
              </p:ext>
            </p:extLst>
          </p:nvPr>
        </p:nvGraphicFramePr>
        <p:xfrm>
          <a:off x="915599" y="1429613"/>
          <a:ext cx="5180400" cy="4352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E811D65E-CEFA-AD12-7B45-8C41D6E43B2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18280012"/>
              </p:ext>
            </p:extLst>
          </p:nvPr>
        </p:nvGraphicFramePr>
        <p:xfrm>
          <a:off x="6096001" y="1429613"/>
          <a:ext cx="5180400" cy="4352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814027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9D939-54D0-287B-0F85-8007B73B2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6BDCE8-18CC-2CE4-D873-F38EB12D34C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8019" y="546776"/>
            <a:ext cx="10855961" cy="746360"/>
          </a:xfrm>
        </p:spPr>
        <p:txBody>
          <a:bodyPr lIns="91440" tIns="45720" rIns="91440" bIns="45720" anchor="t"/>
          <a:lstStyle/>
          <a:p>
            <a:r>
              <a:rPr lang="en-US" sz="4400" dirty="0">
                <a:latin typeface="Gill Sans MT" panose="020B0502020104020203" pitchFamily="34" charset="77"/>
                <a:cs typeface="Arial"/>
              </a:rPr>
              <a:t>Comparison of Embedding Policies</a:t>
            </a:r>
          </a:p>
        </p:txBody>
      </p:sp>
      <p:sp>
        <p:nvSpPr>
          <p:cNvPr id="19" name="Rectangle 3">
            <a:extLst>
              <a:ext uri="{FF2B5EF4-FFF2-40B4-BE49-F238E27FC236}">
                <a16:creationId xmlns:a16="http://schemas.microsoft.com/office/drawing/2014/main" id="{E7A0B643-46C9-8394-06F7-3070FB629CA3}"/>
              </a:ext>
            </a:extLst>
          </p:cNvPr>
          <p:cNvSpPr txBox="1">
            <a:spLocks noChangeArrowheads="1"/>
          </p:cNvSpPr>
          <p:nvPr/>
        </p:nvSpPr>
        <p:spPr>
          <a:xfrm>
            <a:off x="668019" y="1429613"/>
            <a:ext cx="10855961" cy="4610474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FC629"/>
              </a:buClr>
              <a:buFont typeface="Arial" panose="020B0604020202020204" pitchFamily="34" charset="0"/>
              <a:buChar char="•"/>
              <a:defRPr sz="22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u="sng" dirty="0"/>
              <a:t>Availability-Aware Policy: 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US" dirty="0"/>
              <a:t>Focuses on maximizing availability by selecting the most reliable resources.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US" dirty="0"/>
              <a:t>It achieves </a:t>
            </a:r>
            <a:r>
              <a:rPr lang="en-US" b="1" dirty="0"/>
              <a:t>96.04% availability </a:t>
            </a:r>
            <a:r>
              <a:rPr lang="en-US" dirty="0"/>
              <a:t>but results in a </a:t>
            </a:r>
            <a:r>
              <a:rPr lang="en-US" b="1" dirty="0"/>
              <a:t>high carbon footprint (18,568.8 </a:t>
            </a:r>
            <a:r>
              <a:rPr lang="en-US" b="1" dirty="0" err="1"/>
              <a:t>kgCO</a:t>
            </a:r>
            <a:r>
              <a:rPr lang="en-US" b="1" dirty="0"/>
              <a:t>₂)</a:t>
            </a:r>
            <a:r>
              <a:rPr lang="en-US" dirty="0"/>
              <a:t>.</a:t>
            </a:r>
          </a:p>
          <a:p>
            <a:r>
              <a:rPr lang="en-US" b="1" u="sng" dirty="0"/>
              <a:t>Carbon-Aware Policy: 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US" dirty="0"/>
              <a:t>Prioritizes energy-efficient nodes to minimize carbon emissions.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US" b="1" dirty="0"/>
              <a:t>37.6% lower carbon footprint </a:t>
            </a:r>
            <a:r>
              <a:rPr lang="en-US" dirty="0"/>
              <a:t>but </a:t>
            </a:r>
            <a:r>
              <a:rPr lang="en-US" b="1" dirty="0"/>
              <a:t>reduces availability </a:t>
            </a:r>
            <a:r>
              <a:rPr lang="en-US" dirty="0"/>
              <a:t>by </a:t>
            </a:r>
            <a:r>
              <a:rPr lang="en-US" b="1" dirty="0"/>
              <a:t>3.7%</a:t>
            </a:r>
            <a:r>
              <a:rPr lang="en-US" dirty="0"/>
              <a:t> compared to the availability-aware policy.</a:t>
            </a:r>
          </a:p>
          <a:p>
            <a:r>
              <a:rPr lang="en-US" b="1" u="sng" dirty="0"/>
              <a:t>Tradeoff-Aware Policy: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US" dirty="0"/>
              <a:t>Balances availability and energy efficiency.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US" dirty="0"/>
              <a:t>Only </a:t>
            </a:r>
            <a:r>
              <a:rPr lang="en-US" b="1" dirty="0"/>
              <a:t>0.17% lower availability</a:t>
            </a:r>
            <a:r>
              <a:rPr lang="en-US" dirty="0"/>
              <a:t> than availability-aware, but </a:t>
            </a:r>
            <a:r>
              <a:rPr lang="en-US" b="1" dirty="0"/>
              <a:t>37.6% lower carbon footprint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583956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828C6A-0274-9351-554B-18CF1D63003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sz="3600" dirty="0"/>
              <a:t>Paper Writing Progress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0E983BCF-45FD-7FA1-DB5A-3AA8727D51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7651666"/>
              </p:ext>
            </p:extLst>
          </p:nvPr>
        </p:nvGraphicFramePr>
        <p:xfrm>
          <a:off x="968533" y="1945640"/>
          <a:ext cx="10595293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5990">
                  <a:extLst>
                    <a:ext uri="{9D8B030D-6E8A-4147-A177-3AD203B41FA5}">
                      <a16:colId xmlns:a16="http://schemas.microsoft.com/office/drawing/2014/main" val="4002877915"/>
                    </a:ext>
                  </a:extLst>
                </a:gridCol>
                <a:gridCol w="1622425">
                  <a:extLst>
                    <a:ext uri="{9D8B030D-6E8A-4147-A177-3AD203B41FA5}">
                      <a16:colId xmlns:a16="http://schemas.microsoft.com/office/drawing/2014/main" val="2666902527"/>
                    </a:ext>
                  </a:extLst>
                </a:gridCol>
                <a:gridCol w="6766878">
                  <a:extLst>
                    <a:ext uri="{9D8B030D-6E8A-4147-A177-3AD203B41FA5}">
                      <a16:colId xmlns:a16="http://schemas.microsoft.com/office/drawing/2014/main" val="36565709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Status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01939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Abstract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PK" dirty="0"/>
                        <a:t>✅ </a:t>
                      </a:r>
                      <a:r>
                        <a:rPr lang="en-US" dirty="0"/>
                        <a:t>Done</a:t>
                      </a:r>
                      <a:endParaRPr lang="en-P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Final metrics to </a:t>
                      </a:r>
                      <a:r>
                        <a:rPr lang="en-US"/>
                        <a:t>be added</a:t>
                      </a:r>
                      <a:endParaRPr lang="en-PK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74199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Introduction</a:t>
                      </a:r>
                      <a:endParaRPr lang="en-P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PK" dirty="0"/>
                        <a:t>✅ </a:t>
                      </a:r>
                      <a:r>
                        <a:rPr lang="en-US" dirty="0"/>
                        <a:t>Done</a:t>
                      </a:r>
                      <a:endParaRPr lang="en-P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Completed</a:t>
                      </a:r>
                      <a:endParaRPr lang="en-PK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2281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Related Works</a:t>
                      </a:r>
                      <a:endParaRPr lang="en-P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PK" dirty="0"/>
                        <a:t>✅ </a:t>
                      </a:r>
                      <a:r>
                        <a:rPr lang="en-US" dirty="0"/>
                        <a:t>Done</a:t>
                      </a:r>
                      <a:endParaRPr lang="en-P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Completed</a:t>
                      </a:r>
                      <a:endParaRPr lang="en-PK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022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Problem Formulation</a:t>
                      </a:r>
                      <a:endParaRPr lang="en-P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PK" dirty="0"/>
                        <a:t>✅ </a:t>
                      </a:r>
                      <a:r>
                        <a:rPr lang="en-US" dirty="0"/>
                        <a:t>Done</a:t>
                      </a:r>
                      <a:endParaRPr lang="en-PK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Completed</a:t>
                      </a:r>
                      <a:endParaRPr lang="en-PK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0670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Methodology</a:t>
                      </a:r>
                      <a:endParaRPr lang="en-P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PK" dirty="0"/>
                        <a:t>✅ </a:t>
                      </a:r>
                      <a:r>
                        <a:rPr lang="en-US" dirty="0"/>
                        <a:t>Done</a:t>
                      </a:r>
                      <a:endParaRPr lang="en-PK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Completed</a:t>
                      </a:r>
                      <a:endParaRPr lang="en-PK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3720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Results &amp; Analysis</a:t>
                      </a:r>
                      <a:endParaRPr lang="en-P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PK" dirty="0"/>
                        <a:t>✅ </a:t>
                      </a:r>
                      <a:r>
                        <a:rPr lang="en-US" dirty="0"/>
                        <a:t>Done</a:t>
                      </a:r>
                      <a:endParaRPr lang="en-PK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Completed (A few additional metrics will be included by next meeting)</a:t>
                      </a:r>
                      <a:endParaRPr lang="en-PK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06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Conclusion</a:t>
                      </a:r>
                      <a:endParaRPr lang="en-P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PK" sz="1800" dirty="0"/>
                        <a:t>🟡 </a:t>
                      </a:r>
                      <a:r>
                        <a:rPr lang="en-US" sz="1800" dirty="0"/>
                        <a:t>In Progress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Will be completed in </a:t>
                      </a:r>
                      <a:r>
                        <a:rPr lang="en-US"/>
                        <a:t>next meeting</a:t>
                      </a:r>
                      <a:endParaRPr lang="en-PK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41680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86648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5BD12-63E0-0D54-4F73-3844C99AF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BF8503-B60F-39E4-EFAD-5E23A3634E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782" y="0"/>
            <a:ext cx="5355218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2CCD74C-2F2F-FFE6-D3DB-38BCEFD379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0"/>
            <a:ext cx="532386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26612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EAF14-7D3D-E9E1-D46F-EDFC8E31D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B138EF0-243D-396E-02E0-AE576B543A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509" y="0"/>
            <a:ext cx="5306491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1263FD0-A40C-59A6-375F-34252925AB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0"/>
            <a:ext cx="53001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8284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A3232-AA77-777E-B1C8-A59D67940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6A3DF04-52D5-D595-E9D4-4E4F8A3BD2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707" y="0"/>
            <a:ext cx="5319293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2EFD547-44E9-F068-1934-3DD517B0A6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0"/>
            <a:ext cx="5291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67179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47D1A-9036-DD02-C62E-FF9FF1847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213B6F-3EE1-E850-FC98-8DE35DC10DC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8019" y="546776"/>
            <a:ext cx="10855961" cy="746360"/>
          </a:xfrm>
        </p:spPr>
        <p:txBody>
          <a:bodyPr lIns="91440" tIns="45720" rIns="91440" bIns="45720" anchor="t"/>
          <a:lstStyle/>
          <a:p>
            <a:r>
              <a:rPr lang="en-US" sz="4400" dirty="0">
                <a:latin typeface="Gill Sans MT" panose="020B0502020104020203" pitchFamily="34" charset="77"/>
                <a:cs typeface="Arial"/>
              </a:rPr>
              <a:t>References</a:t>
            </a:r>
          </a:p>
        </p:txBody>
      </p:sp>
      <p:sp>
        <p:nvSpPr>
          <p:cNvPr id="19" name="Rectangle 3">
            <a:extLst>
              <a:ext uri="{FF2B5EF4-FFF2-40B4-BE49-F238E27FC236}">
                <a16:creationId xmlns:a16="http://schemas.microsoft.com/office/drawing/2014/main" id="{F7A10E70-6F6A-0CD3-CEE0-BDFB5DB3CFC4}"/>
              </a:ext>
            </a:extLst>
          </p:cNvPr>
          <p:cNvSpPr txBox="1">
            <a:spLocks noChangeArrowheads="1"/>
          </p:cNvSpPr>
          <p:nvPr/>
        </p:nvSpPr>
        <p:spPr>
          <a:xfrm>
            <a:off x="668019" y="1429613"/>
            <a:ext cx="10855961" cy="4610474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FC629"/>
              </a:buClr>
              <a:buFont typeface="Arial" panose="020B0604020202020204" pitchFamily="34" charset="0"/>
              <a:buChar char="•"/>
              <a:defRPr sz="22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+mj-lt"/>
              <a:buAutoNum type="arabicPeriod"/>
            </a:pPr>
            <a:r>
              <a:rPr lang="en-US" sz="1400" dirty="0"/>
              <a:t>Wang, Meng, et al. "Availability-and traffic-aware placement of parallelized SFC in data center networks." IEEE Transactions on Network and Service Management 18.1 (2021): 182-194.</a:t>
            </a:r>
            <a:endParaRPr lang="en-US" sz="1200" dirty="0"/>
          </a:p>
          <a:p>
            <a:pPr>
              <a:buFont typeface="+mj-lt"/>
              <a:buAutoNum type="arabicPeriod"/>
            </a:pPr>
            <a:r>
              <a:rPr lang="en-US" sz="1400" dirty="0"/>
              <a:t>Sun, Gang, et al. "Energy-efficient and traffic-aware service function chaining orchestration in multi-domain networks." Future Generation Computer Systems 91 (2019): 347-360.</a:t>
            </a:r>
          </a:p>
          <a:p>
            <a:pPr>
              <a:buFont typeface="+mj-lt"/>
              <a:buAutoNum type="arabicPeriod"/>
            </a:pPr>
            <a:r>
              <a:rPr lang="en-US" sz="1400" dirty="0">
                <a:hlinkClick r:id="rId3"/>
              </a:rPr>
              <a:t>https://www.iea.org/data-and-statistics/data-tools/greenhouse-gas-emissions-from-energy-data-explorer</a:t>
            </a:r>
            <a:endParaRPr lang="en-US" sz="1400" dirty="0"/>
          </a:p>
          <a:p>
            <a:pPr>
              <a:buFont typeface="+mj-lt"/>
              <a:buAutoNum type="arabicPeriod"/>
            </a:pPr>
            <a:r>
              <a:rPr lang="en-US" sz="1400" dirty="0"/>
              <a:t>Greenberg, Steve, et al. "Best practices for data centers: Lessons learned from benchmarking 22 data centers." Proceedings of the ACEEE summer study on energy efficiency in buildings in Asilomar, CA. ACEEE, August 3 (2006): 76-87.</a:t>
            </a:r>
          </a:p>
          <a:p>
            <a:pPr>
              <a:buFont typeface="+mj-lt"/>
              <a:buAutoNum type="arabicPeriod"/>
            </a:pPr>
            <a:r>
              <a:rPr lang="en-US" sz="1400" dirty="0"/>
              <a:t>US Department of Energy, Appendix F, Electricity Emission Factors, </a:t>
            </a:r>
            <a:r>
              <a:rPr lang="en-US" sz="1400" dirty="0">
                <a:hlinkClick r:id="rId4"/>
              </a:rPr>
              <a:t>http://www.eia.doe.gov/oiaf/1605/pdf/Appendix</a:t>
            </a:r>
            <a:endParaRPr lang="en-US" sz="1400" dirty="0"/>
          </a:p>
          <a:p>
            <a:pPr>
              <a:buFont typeface="+mj-lt"/>
              <a:buAutoNum type="arabicPeriod"/>
            </a:pPr>
            <a:r>
              <a:rPr lang="en-US" sz="1400" dirty="0"/>
              <a:t>Khosravi, Atefeh, Saurabh Kumar Garg, and Rajkumar </a:t>
            </a:r>
            <a:r>
              <a:rPr lang="en-US" sz="1400" dirty="0" err="1"/>
              <a:t>Buyya</a:t>
            </a:r>
            <a:r>
              <a:rPr lang="en-US" sz="1400" dirty="0"/>
              <a:t>. "Energy and carbon-efficient placement of virtual machines in distributed cloud data centers." Euro-Par 2013 Parallel Processing: 19th International Conference, Aachen, Germany, August 26-30, 2013. Proceedings 19. Springer Berlin Heidelberg, 2013.</a:t>
            </a:r>
          </a:p>
          <a:p>
            <a:pPr>
              <a:buFont typeface="+mj-lt"/>
              <a:buAutoNum type="arabicPeriod"/>
            </a:pPr>
            <a:r>
              <a:rPr lang="en-US" sz="1400" dirty="0" err="1"/>
              <a:t>Asdikian</a:t>
            </a:r>
            <a:r>
              <a:rPr lang="en-US" sz="1400" dirty="0"/>
              <a:t>, Jean Pierre, et al. "Service Function Chain Resource Allocation and Offloading in Constrained Edge-Cloud Optical Networks." 2024 24th International Conference on Transparent Optical Networks (ICTON). IEEE, 2024.</a:t>
            </a:r>
          </a:p>
          <a:p>
            <a:pPr>
              <a:buFont typeface="+mj-lt"/>
              <a:buAutoNum type="arabicPeriod"/>
            </a:pPr>
            <a:r>
              <a:rPr lang="en-US" sz="1400" dirty="0"/>
              <a:t>Vishesh, P., et al. "Optimized Placement of Service Function Chains in Edge Cloud with LSTM and ILP." SN Computer Science 6.1 (2024): 44.</a:t>
            </a:r>
          </a:p>
          <a:p>
            <a:pPr>
              <a:buFont typeface="+mj-lt"/>
              <a:buAutoNum type="arabicPeriod"/>
            </a:pPr>
            <a:r>
              <a:rPr lang="en-US" sz="1400" dirty="0" err="1"/>
              <a:t>Khoshkholghi</a:t>
            </a:r>
            <a:r>
              <a:rPr lang="en-US" sz="1400" dirty="0"/>
              <a:t>, Mohammad Ali, et al. "Service function chain placement for joint cost and latency optimization." Mobile Networks and Applications 25.6 (2020): 2191-2205.</a:t>
            </a:r>
          </a:p>
        </p:txBody>
      </p:sp>
    </p:spTree>
    <p:extLst>
      <p:ext uri="{BB962C8B-B14F-4D97-AF65-F5344CB8AC3E}">
        <p14:creationId xmlns:p14="http://schemas.microsoft.com/office/powerpoint/2010/main" val="6797117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7054E5BF-C98E-31FE-1DCA-12D48C0024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4681728"/>
            <a:ext cx="10490200" cy="1358234"/>
          </a:xfrm>
        </p:spPr>
        <p:txBody>
          <a:bodyPr/>
          <a:lstStyle/>
          <a:p>
            <a:r>
              <a:rPr lang="en-US" sz="1800" b="1" dirty="0"/>
              <a:t>Contact:</a:t>
            </a:r>
          </a:p>
          <a:p>
            <a:pPr marL="800100" lvl="1" indent="-342900" algn="l">
              <a:buFont typeface="Wingdings" panose="05000000000000000000" pitchFamily="2" charset="2"/>
              <a:buChar char="Ø"/>
            </a:pPr>
            <a:r>
              <a:rPr lang="en-US" sz="1600" b="1" dirty="0"/>
              <a:t>Email:</a:t>
            </a:r>
            <a:r>
              <a:rPr lang="en-US" sz="1600" dirty="0"/>
              <a:t> </a:t>
            </a:r>
            <a:r>
              <a:rPr lang="en-US" sz="1600" dirty="0">
                <a:hlinkClick r:id="rId2"/>
              </a:rPr>
              <a:t>msx044@uregina.ca</a:t>
            </a:r>
            <a:endParaRPr lang="en-US" sz="1600" dirty="0"/>
          </a:p>
          <a:p>
            <a:pPr marL="800100" lvl="1" indent="-342900" algn="l">
              <a:buFont typeface="Wingdings" panose="05000000000000000000" pitchFamily="2" charset="2"/>
              <a:buChar char="Ø"/>
            </a:pPr>
            <a:r>
              <a:rPr lang="en-US" sz="1600" b="1" dirty="0"/>
              <a:t>LinkedIn:</a:t>
            </a:r>
            <a:r>
              <a:rPr lang="en-US" sz="1600" dirty="0"/>
              <a:t> </a:t>
            </a:r>
            <a:r>
              <a:rPr lang="en-US" sz="1600" dirty="0">
                <a:hlinkClick r:id="rId3"/>
              </a:rPr>
              <a:t>https://www.linkedin.com/in/hamzashahab1610/</a:t>
            </a:r>
            <a:endParaRPr lang="en-US" sz="1600" dirty="0"/>
          </a:p>
          <a:p>
            <a:pPr marL="800100" lvl="1" indent="-342900" algn="l">
              <a:buFont typeface="Wingdings" panose="05000000000000000000" pitchFamily="2" charset="2"/>
              <a:buChar char="Ø"/>
            </a:pPr>
            <a:r>
              <a:rPr lang="en-US" sz="1600" b="1" dirty="0"/>
              <a:t>GitHub:</a:t>
            </a:r>
            <a:r>
              <a:rPr lang="en-US" sz="1600" dirty="0"/>
              <a:t> </a:t>
            </a:r>
            <a:r>
              <a:rPr lang="en-US" sz="1600" dirty="0">
                <a:hlinkClick r:id="rId4"/>
              </a:rPr>
              <a:t>https://github.com/hamzashahab1610</a:t>
            </a:r>
            <a:endParaRPr lang="en-US" sz="160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14426E6-40D3-18FA-F948-A86FB542026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8019" y="489093"/>
            <a:ext cx="10855961" cy="1725494"/>
          </a:xfrm>
        </p:spPr>
        <p:txBody>
          <a:bodyPr/>
          <a:lstStyle/>
          <a:p>
            <a:pPr algn="ctr"/>
            <a:r>
              <a:rPr lang="en-US" dirty="0">
                <a:latin typeface="Gill Sans MT" panose="020B0502020104020203" pitchFamily="34" charset="0"/>
              </a:rPr>
              <a:t>Thank You - Let’s Build Sustainable Networks!</a:t>
            </a:r>
            <a:endParaRPr lang="en-PK" dirty="0">
              <a:latin typeface="Gill Sans MT" panose="020B05020201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27CA9F-2777-9A40-818F-806CFCAC968B}"/>
              </a:ext>
            </a:extLst>
          </p:cNvPr>
          <p:cNvSpPr txBox="1"/>
          <p:nvPr/>
        </p:nvSpPr>
        <p:spPr>
          <a:xfrm>
            <a:off x="1699942" y="2372868"/>
            <a:ext cx="93056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Project Link:</a:t>
            </a:r>
            <a:r>
              <a:rPr lang="en-US" dirty="0"/>
              <a:t> </a:t>
            </a:r>
            <a:r>
              <a:rPr lang="en-US" dirty="0">
                <a:hlinkClick r:id="rId5"/>
              </a:rPr>
              <a:t>https://github.com/hamzashahab1610/ENSE-805-Project-Eco-Resilient-Networks.git</a:t>
            </a:r>
            <a:endParaRPr lang="en-PK" dirty="0"/>
          </a:p>
        </p:txBody>
      </p:sp>
      <p:pic>
        <p:nvPicPr>
          <p:cNvPr id="6152" name="Picture 8">
            <a:extLst>
              <a:ext uri="{FF2B5EF4-FFF2-40B4-BE49-F238E27FC236}">
                <a16:creationId xmlns:a16="http://schemas.microsoft.com/office/drawing/2014/main" id="{FD92E5EA-BAA7-FD19-60B5-04FA9BE17A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0303" y="2268664"/>
            <a:ext cx="539639" cy="539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89AD8B81-CE41-E8D2-3038-9574590090C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89441" y="3838432"/>
            <a:ext cx="2016125" cy="2016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2170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17243</TotalTime>
  <Words>1973</Words>
  <Application>Microsoft Office PowerPoint</Application>
  <PresentationFormat>Widescreen</PresentationFormat>
  <Paragraphs>258</Paragraphs>
  <Slides>24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4" baseType="lpstr">
      <vt:lpstr>-apple-system</vt:lpstr>
      <vt:lpstr>Aptos</vt:lpstr>
      <vt:lpstr>Arial</vt:lpstr>
      <vt:lpstr>Calibri</vt:lpstr>
      <vt:lpstr>Cambria Math</vt:lpstr>
      <vt:lpstr>Gill Sans MT</vt:lpstr>
      <vt:lpstr>Google Sans Text</vt:lpstr>
      <vt:lpstr>Segoe UI</vt:lpstr>
      <vt:lpstr>Wingdings</vt:lpstr>
      <vt:lpstr>Office Theme</vt:lpstr>
      <vt:lpstr>Eco-Resilient Networks Smart Deployment for the Future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Haley Nicolson</dc:creator>
  <cp:lastModifiedBy>Muhammad Shahab</cp:lastModifiedBy>
  <cp:revision>1661</cp:revision>
  <cp:lastPrinted>2023-05-16T09:29:54Z</cp:lastPrinted>
  <dcterms:created xsi:type="dcterms:W3CDTF">2023-02-16T16:25:29Z</dcterms:created>
  <dcterms:modified xsi:type="dcterms:W3CDTF">2025-03-24T03:05:06Z</dcterms:modified>
</cp:coreProperties>
</file>