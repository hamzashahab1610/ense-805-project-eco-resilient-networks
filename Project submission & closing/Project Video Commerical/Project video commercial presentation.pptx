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743" r:id="rId7"/>
    <p:sldId id="258" r:id="rId8"/>
    <p:sldId id="744" r:id="rId9"/>
    <p:sldId id="747" r:id="rId10"/>
    <p:sldId id="746" r:id="rId11"/>
    <p:sldId id="745" r:id="rId1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5BA"/>
    <a:srgbClr val="EBDEB5"/>
    <a:srgbClr val="ECDDB4"/>
    <a:srgbClr val="F2E3B7"/>
    <a:srgbClr val="F9ECDB"/>
    <a:srgbClr val="367363"/>
    <a:srgbClr val="E8E0BC"/>
    <a:srgbClr val="76B394"/>
    <a:srgbClr val="84C69E"/>
    <a:srgbClr val="C1DC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0A24DE-F9A1-45E4-BD4F-30C2A793004F}" v="17" dt="2025-04-06T06:14:10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EF12D-86B3-47ED-93E9-BD8E1579BD1C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FFA93-E316-433A-9CD3-33151F2860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673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7F08-A9BA-51AE-5C2A-253E0F61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C73F2-7688-7340-9C75-2EE001B18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CEF3A-BA8E-50FD-6C45-91AD05302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We identified key gaps in the current technology: a lack of focus on sustainability and limited optimization capabilities.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ECA0E65-0CB2-B33B-EA30-9914E5C91B0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35667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F25DB-AB12-8794-0BF3-4CE0FDACF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B5F89-A4FE-DE9D-3ABF-C290BE647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399AD-D4D1-2C17-F031-2B865AF0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DFF26-0D24-6C68-B71B-0F88D2B96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EA1B-76E0-1E30-0015-869A3B6E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0481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423C7-F989-BA37-E3E0-4D550D96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798C1-F2D2-A4EE-00DA-0E095CE0D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A8F70-3EF7-16A7-ABD2-17EC70D46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1C129-7D7A-46D9-4531-698DF2B9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D4A58-F7D7-E67F-CE9F-4767C8ED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917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A43D-E066-41CC-DEC1-B4901D0D5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5E44F-0A92-AE3C-55B6-99F95BC16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C0BE3-EC1E-A559-DA09-53A3ED5A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74507-89CB-AF43-F538-56B42994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4E1B2-4CA3-9C97-5483-57087396A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6680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5A99-6425-CFA3-DBAF-2B33AFC5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5A4E0-2AC7-459C-F765-98871D275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DFD22-B11D-DF88-34DB-D8FB0EBF4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A1C4F-96A7-4F89-166B-0C984248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B5079-A3FB-51A7-28AD-D4DE9922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53DD4-BB8B-2BFC-59E3-2C22D4E56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2231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CC7F6-16CC-E10E-29F6-9B47FFCE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AAFF8-AFCF-2597-F39F-9AA676BE4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3BB0B-4DC0-DAFA-027C-113762C77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75892-00F3-E28B-3413-5002A86B56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1C8122-D0EC-2328-01E7-59B4665B0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1BF434-5127-1CFF-BA65-99E3F356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EAB439-4316-2677-FF5F-9BF14D5E4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2CFF0-AD86-7BD1-0877-79D6140A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1162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CE420-975D-9DD3-0F22-B76145534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1F090-801A-0643-9058-1DC6A19B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5866-D590-1BDE-E777-69E06E3FB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75E92-7B22-FB72-5E94-F6624F96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4298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0204FE-36B6-AF05-FD73-13774EFB9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06DEA-B445-0BD8-E376-31E927CD6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8A26D-89C5-6E69-0579-31DDD584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06670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901A9-8976-43C5-F5C7-6E07AFA49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BEF4F-0966-12F7-2587-DCB4BF382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1F93F-86D7-AD58-ED5E-11F458DB0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B47FD-2D58-B72E-2F5A-F371318AC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D2768-2C58-51F7-5E94-E2DB6827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98977-BCB1-378A-DC20-6CA9C51F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9019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64FAE-F84A-F704-E8F2-3C48A6015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A253A7-7095-FA14-E13C-140F5888E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C4E56-A646-EEAD-3CAE-9DBC9EAD0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963E1-B512-6CF5-CC78-1B6F1AF21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95A0E-E7CB-636E-F3ED-905832F9C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E2875-220C-6567-4102-4F94F7FB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34071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3A806-46D5-F71C-48E7-D55D97B2F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D1D26-8AB9-04BB-46EE-7E0A39683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397C0-F5E2-EB16-7762-C5253D8A1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B8B35-331F-6848-74B5-E32FEDE7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62837-30DB-CFC9-BC68-234D2197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7395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E961B9-CF86-08D4-8D18-0140BED67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4165A-8903-CDED-5E1F-F30204CB4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818E4-4434-99FF-8BFC-E660932F3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7860F-CD2B-2AE1-9424-79941CE96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41CEA-F6D1-4846-1E70-2809F3D6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49037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839433"/>
            <a:ext cx="5816600" cy="420052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 </a:t>
            </a:r>
            <a:r>
              <a:rPr lang="en-CA" dirty="0" err="1">
                <a:effectLst/>
                <a:latin typeface="Arial" panose="020B0604020202020204" pitchFamily="34" charset="0"/>
              </a:rPr>
              <a:t>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 flipV="1">
            <a:off x="0" y="6457687"/>
            <a:ext cx="9544833" cy="45719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7400" y="6291102"/>
            <a:ext cx="2291166" cy="378889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D365E25-E7E3-9C61-2A8E-E7365A596E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4241" y="1839913"/>
            <a:ext cx="4439920" cy="42005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75A2175-C58A-49B1-FE6A-82AD91D11B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706810"/>
            <a:ext cx="10855961" cy="74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&amp; CONTENT HEADER</a:t>
            </a:r>
          </a:p>
        </p:txBody>
      </p:sp>
    </p:spTree>
    <p:extLst>
      <p:ext uri="{BB962C8B-B14F-4D97-AF65-F5344CB8AC3E}">
        <p14:creationId xmlns:p14="http://schemas.microsoft.com/office/powerpoint/2010/main" val="414376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A9C20-DECA-3826-4637-05338450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CA390-6DE6-F8B7-9206-B54BE8E62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29CBE-A0FD-1DFA-E292-7BBAFBC13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F94C0-6718-4217-9B5E-BC70C1B82CF9}" type="datetimeFigureOut">
              <a:rPr lang="en-PK" smtClean="0"/>
              <a:t>06/04/2025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A956A-72DD-AF35-5B49-3AF4ECF79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FB11B-B57B-B62A-5951-89E36EF9D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98CE1-B517-44C5-8630-CE88B51F9D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250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hamzashahab1610/" TargetMode="External"/><Relationship Id="rId7" Type="http://schemas.openxmlformats.org/officeDocument/2006/relationships/image" Target="../media/image10.png"/><Relationship Id="rId2" Type="http://schemas.openxmlformats.org/officeDocument/2006/relationships/hyperlink" Target="mailto:msx044@uregina.c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amzashahab1610/ENSE-805-Project-Eco-Resilient-Networks.git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github.com/hamzashahab16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3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05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45888ECA-B7EE-30B2-B729-45930841E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2"/>
          <a:stretch/>
        </p:blipFill>
        <p:spPr bwMode="auto">
          <a:xfrm>
            <a:off x="1355357" y="0"/>
            <a:ext cx="948128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962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lage of people holding devices&#10;&#10;AI-generated content may be incorrect.">
            <a:extLst>
              <a:ext uri="{FF2B5EF4-FFF2-40B4-BE49-F238E27FC236}">
                <a16:creationId xmlns:a16="http://schemas.microsoft.com/office/drawing/2014/main" id="{8E265DD2-446E-3F7B-4E28-9467E6CED8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97" b="1893"/>
          <a:stretch/>
        </p:blipFill>
        <p:spPr>
          <a:xfrm>
            <a:off x="666307" y="0"/>
            <a:ext cx="10859385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85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D96C-2EDC-05AF-16E9-FBAA2C4E6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close-up of a graph&#10;&#10;AI-generated content may be incorrect.">
            <a:extLst>
              <a:ext uri="{FF2B5EF4-FFF2-40B4-BE49-F238E27FC236}">
                <a16:creationId xmlns:a16="http://schemas.microsoft.com/office/drawing/2014/main" id="{45D1B2A6-600B-2EDD-152C-1E057DAF8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27042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0B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B3B8A-66EE-6256-C9AF-DFC739A80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Generated image">
            <a:extLst>
              <a:ext uri="{FF2B5EF4-FFF2-40B4-BE49-F238E27FC236}">
                <a16:creationId xmlns:a16="http://schemas.microsoft.com/office/drawing/2014/main" id="{7F8A3ED5-ED66-19B6-9B25-88B08AB8F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 b="3806"/>
          <a:stretch/>
        </p:blipFill>
        <p:spPr bwMode="auto">
          <a:xfrm>
            <a:off x="842712" y="55345"/>
            <a:ext cx="10506575" cy="674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68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DC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61931-AE6E-B212-068D-93513E0C0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Generated image">
            <a:extLst>
              <a:ext uri="{FF2B5EF4-FFF2-40B4-BE49-F238E27FC236}">
                <a16:creationId xmlns:a16="http://schemas.microsoft.com/office/drawing/2014/main" id="{4B83F965-A9F0-050D-62AC-9962F4E27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04" b="4842"/>
          <a:stretch/>
        </p:blipFill>
        <p:spPr bwMode="auto">
          <a:xfrm>
            <a:off x="1451610" y="166036"/>
            <a:ext cx="9288780" cy="652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097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B39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9B8E3-79F8-B82C-0A99-70B8A7A16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10EF9C-2611-1D5D-7E8C-422FBF4FE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3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2589B-1D65-4A79-C170-CA91F75D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oup of hands holding phones&#10;&#10;AI-generated content may be incorrect.">
            <a:extLst>
              <a:ext uri="{FF2B5EF4-FFF2-40B4-BE49-F238E27FC236}">
                <a16:creationId xmlns:a16="http://schemas.microsoft.com/office/drawing/2014/main" id="{CE826D1C-F7CB-2359-7C40-247CCF358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AF46-1171-82F4-D7E2-9331E9FDD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Thank You - Let’s Build Sustainable Networks!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23AB7-1A04-C69A-48E6-154B3230A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r>
              <a:rPr lang="en-US" sz="1800" b="1" dirty="0"/>
              <a:t>Contact: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Email:</a:t>
            </a:r>
            <a:r>
              <a:rPr lang="en-US" sz="1600" dirty="0"/>
              <a:t> </a:t>
            </a:r>
            <a:r>
              <a:rPr lang="en-US" sz="1600" dirty="0">
                <a:hlinkClick r:id="rId2"/>
              </a:rPr>
              <a:t>msx044@uregina.ca</a:t>
            </a:r>
            <a:endParaRPr lang="en-US" sz="1600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LinkedIn:</a:t>
            </a:r>
            <a:r>
              <a:rPr lang="en-US" sz="1600" dirty="0"/>
              <a:t> </a:t>
            </a:r>
            <a:r>
              <a:rPr lang="en-US" sz="1600" dirty="0">
                <a:hlinkClick r:id="rId3"/>
              </a:rPr>
              <a:t>https://www.linkedin.com/in/hamzashahab1610/</a:t>
            </a:r>
            <a:endParaRPr lang="en-US" sz="1600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GitHub:</a:t>
            </a:r>
            <a:r>
              <a:rPr lang="en-US" sz="1600" dirty="0"/>
              <a:t> </a:t>
            </a:r>
            <a:r>
              <a:rPr lang="en-US" sz="1600" dirty="0">
                <a:hlinkClick r:id="rId4"/>
              </a:rPr>
              <a:t>https://github.com/hamzashahab1610</a:t>
            </a:r>
            <a:endParaRPr lang="en-US" sz="1600" dirty="0"/>
          </a:p>
        </p:txBody>
      </p:sp>
      <p:pic>
        <p:nvPicPr>
          <p:cNvPr id="4" name="Picture 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EFF3860-BDD4-1835-3613-B5C73772D1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7675" y="4160838"/>
            <a:ext cx="2016125" cy="2016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66AA96-1B8C-7665-432C-1A9547CF2961}"/>
              </a:ext>
            </a:extLst>
          </p:cNvPr>
          <p:cNvSpPr txBox="1"/>
          <p:nvPr/>
        </p:nvSpPr>
        <p:spPr>
          <a:xfrm>
            <a:off x="1699942" y="2372868"/>
            <a:ext cx="930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Link: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https://github.com/hamzashahab1610/ENSE-805-Project-Eco-Resilient-Networks.git</a:t>
            </a:r>
            <a:endParaRPr lang="en-PK" dirty="0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A8B727C6-335D-8C98-41A7-D154395C6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03" y="2268664"/>
            <a:ext cx="539639" cy="53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e98b54a-ea2c-4999-8482-96254b02a02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95925C0D1C664D9F40CB39F28ADB2D" ma:contentTypeVersion="12" ma:contentTypeDescription="Create a new document." ma:contentTypeScope="" ma:versionID="77ce176399f514cd3fbd51ef0783b34e">
  <xsd:schema xmlns:xsd="http://www.w3.org/2001/XMLSchema" xmlns:xs="http://www.w3.org/2001/XMLSchema" xmlns:p="http://schemas.microsoft.com/office/2006/metadata/properties" xmlns:ns3="ae98b54a-ea2c-4999-8482-96254b02a026" targetNamespace="http://schemas.microsoft.com/office/2006/metadata/properties" ma:root="true" ma:fieldsID="9ef542662c36e1e4d03ee2f5e04b0685" ns3:_="">
    <xsd:import namespace="ae98b54a-ea2c-4999-8482-96254b02a026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8b54a-ea2c-4999-8482-96254b02a026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18F3E5-8D7B-4871-9671-7FC631EE4157}">
  <ds:schemaRefs>
    <ds:schemaRef ds:uri="http://purl.org/dc/elements/1.1/"/>
    <ds:schemaRef ds:uri="http://purl.org/dc/dcmitype/"/>
    <ds:schemaRef ds:uri="ae98b54a-ea2c-4999-8482-96254b02a026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50171D2-ABA9-47A4-9794-BD7D494085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FB1A67-64F1-4217-8B73-F0C1148EE4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98b54a-ea2c-4999-8482-96254b02a0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75</Words>
  <Application>Microsoft Office PowerPoint</Application>
  <PresentationFormat>Widescreen</PresentationFormat>
  <Paragraphs>16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Gill Sans MT</vt:lpstr>
      <vt:lpstr>Google Sans Text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- Let’s Build Sustainable Networks!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Shahab</dc:creator>
  <cp:lastModifiedBy>Muhammad Shahab</cp:lastModifiedBy>
  <cp:revision>9</cp:revision>
  <dcterms:created xsi:type="dcterms:W3CDTF">2025-04-06T06:04:35Z</dcterms:created>
  <dcterms:modified xsi:type="dcterms:W3CDTF">2025-04-06T07:10:53Z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0x010100AE95925C0D1C664D9F40CB39F28ADB2D</vt:lpwstr>
  </property>
</Properties>
</file>